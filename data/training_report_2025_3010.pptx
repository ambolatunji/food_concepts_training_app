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Food Concepts Training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Training Analytics</a:t>
            </a:r>
          </a:p>
          <a:p>
            <a:r>
              <a:t>Generated: October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Report Year: 2025</a:t>
            </a:r>
          </a:p>
          <a:p/>
          <a:p>
            <a:pPr>
              <a:defRPr sz="1600"/>
            </a:pPr>
            <a:r>
              <a:t>📊 Total Trainings: 1090</a:t>
            </a:r>
          </a:p>
          <a:p>
            <a:pPr>
              <a:defRPr sz="1600"/>
            </a:pPr>
            <a:r>
              <a:t>👥 Total Staff: 8423</a:t>
            </a:r>
          </a:p>
          <a:p>
            <a:pPr>
              <a:defRPr sz="1600"/>
            </a:pPr>
            <a:r>
              <a:t>✅ Staff Trained: 841</a:t>
            </a:r>
          </a:p>
          <a:p>
            <a:pPr>
              <a:defRPr sz="1600"/>
            </a:pPr>
            <a:r>
              <a:t>🏪 Stores Trained: 313</a:t>
            </a:r>
          </a:p>
          <a:p>
            <a:pPr>
              <a:defRPr sz="1600"/>
            </a:pPr>
            <a:r>
              <a:t>⏰ Pending Trainings: 7293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Frequency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Training 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Times Held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2025-02-13 to 2025-09-30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Occupational Health And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2025-02-05 to 2025-10-23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First 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2025-02-04 to 2025-10-15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Pest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2025-02-18 to 2025-09-18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Fires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2025-01-30 to 2025-09-09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Water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2025-02-19 to 2025-04-29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Food Handlers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2025-03-21 to 2025-03-21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Frozen Pie Handling And Baking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Energy Conservation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Preventive Maintenance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Effective Restaurant Management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2025-06-16 to 2025-06-16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Stores Training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/>
            </a:pPr>
            <a:r>
              <a:t>Total Stores: 612</a:t>
            </a:r>
          </a:p>
          <a:p/>
          <a:p>
            <a:pPr>
              <a:defRPr sz="1800">
                <a:solidFill>
                  <a:srgbClr val="008000"/>
                </a:solidFill>
              </a:defRPr>
            </a:pPr>
            <a:r>
              <a:t>✅ Stores Trained: 313 (51.1%)</a:t>
            </a:r>
          </a:p>
          <a:p>
            <a:pPr>
              <a:defRPr sz="1800">
                <a:solidFill>
                  <a:srgbClr val="FF4500"/>
                </a:solidFill>
              </a:defRPr>
            </a:pPr>
            <a:r>
              <a:t>⏳ Stores Pending: 299 (48.9%)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Participation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0"/>
            </a:pPr>
            <a:r>
              <a:t>Total Eligible Staff: 7293</a:t>
            </a:r>
          </a:p>
          <a:p/>
          <a:p>
            <a:pPr>
              <a:defRPr sz="1800" b="1"/>
            </a:pPr>
            <a:r>
              <a:t>Participated: 841 (11.5%)</a:t>
            </a:r>
          </a:p>
          <a:p/>
          <a:p>
            <a:pPr>
              <a:defRPr sz="1800" b="0"/>
            </a:pPr>
            <a:r>
              <a:t>Not Participated: 6452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Safety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Food Handlers / Food Safety Training Status</a:t>
            </a:r>
          </a:p>
          <a:p/>
          <a:p>
            <a:pPr>
              <a:defRPr sz="1600"/>
            </a:pPr>
            <a:r>
              <a:t>Required to be Tested: 7293</a:t>
            </a:r>
          </a:p>
          <a:p>
            <a:pPr>
              <a:defRPr sz="1600"/>
            </a:pPr>
            <a:r>
              <a:t>Already Tested: 313 (4.3%)</a:t>
            </a:r>
          </a:p>
          <a:p>
            <a:pPr>
              <a:defRPr sz="1600"/>
            </a:pPr>
            <a:r>
              <a:t>Never Tested: 6980</a:t>
            </a:r>
          </a:p>
          <a:p>
            <a:pPr>
              <a:defRPr sz="1600"/>
            </a:pPr>
            <a:r>
              <a:t>Due for Testing: 6980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Dashboard - All Required Trainings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873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by Venue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4591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Training Coverage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66665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Trainings by Region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6146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Training Trends (2025)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6977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Yet to be Trained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FF4500"/>
                </a:solidFill>
              </a:defRPr>
            </a:pPr>
            <a:r>
              <a:t>Total Staff Needing Training: 7293</a:t>
            </a:r>
          </a:p>
          <a:p/>
          <a:p>
            <a:pPr>
              <a:defRPr sz="1400"/>
            </a:pPr>
            <a:r>
              <a:t>These staff members are missing required trainings and are not on probation.</a:t>
            </a:r>
          </a:p>
          <a:p/>
          <a:p>
            <a:pPr>
              <a:defRPr sz="1600" b="1"/>
            </a:pPr>
            <a:r>
              <a:t>Top Departments:</a:t>
            </a:r>
          </a:p>
          <a:p>
            <a:pPr lvl="1">
              <a:defRPr sz="1400"/>
            </a:pPr>
            <a:r>
              <a:t>  • OPERATIONS: 5830 staff</a:t>
            </a:r>
          </a:p>
          <a:p>
            <a:pPr lvl="1">
              <a:defRPr sz="1400"/>
            </a:pPr>
            <a:r>
              <a:t>  • CR STORES: 384 staff</a:t>
            </a:r>
          </a:p>
          <a:p>
            <a:pPr lvl="1">
              <a:defRPr sz="1400"/>
            </a:pPr>
            <a:r>
              <a:t>  • Operations: 335 staff</a:t>
            </a:r>
          </a:p>
          <a:p>
            <a:pPr lvl="1">
              <a:defRPr sz="1400"/>
            </a:pPr>
            <a:r>
              <a:t>  • SCD Operations: 116 staff</a:t>
            </a:r>
          </a:p>
          <a:p>
            <a:pPr lvl="1">
              <a:defRPr sz="1400"/>
            </a:pPr>
            <a:r>
              <a:t>  • Human Resources: 88 staff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
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Food Concepts Training Report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Comprehensive Training Analytics</a:t>
            </a:r>
          </a:p>
          <a:p>
            <a:r>
              <a:t>Generated: October 26,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 b="1"/>
            </a:pPr>
            <a:r>
              <a:t>Report Year: 2025</a:t>
            </a:r>
          </a:p>
          <a:p/>
          <a:p>
            <a:pPr>
              <a:defRPr sz="1600"/>
            </a:pPr>
            <a:r>
              <a:t>📊 Total Trainings: 0</a:t>
            </a:r>
          </a:p>
          <a:p>
            <a:pPr>
              <a:defRPr sz="1600"/>
            </a:pPr>
            <a:r>
              <a:t>👥 Total Staff: 6809</a:t>
            </a:r>
          </a:p>
          <a:p>
            <a:pPr>
              <a:defRPr sz="1600"/>
            </a:pPr>
            <a:r>
              <a:t>✅ Staff Trained: 723</a:t>
            </a:r>
          </a:p>
          <a:p>
            <a:pPr>
              <a:defRPr sz="1600"/>
            </a:pPr>
            <a:r>
              <a:t>🏪 Stores Trained: 280</a:t>
            </a:r>
          </a:p>
          <a:p>
            <a:pPr>
              <a:defRPr sz="1600"/>
            </a:pPr>
            <a:r>
              <a:t>⏰ Pending Trainings: 5826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Training Frequency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828800"/>
          <a:ext cx="82296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316523"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Training Title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Times Held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Date Range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316523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Food Safety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279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2025-02-13 to 2025-09-30</a:t>
                      </a:r>
                    </a:p>
                  </a:txBody>
                  <a:tcPr/>
                </a:tc>
              </a:tr>
              <a:tr h="316523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Occupational Health &amp; safety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2025-02-05 to 2025-09-26</a:t>
                      </a:r>
                    </a:p>
                  </a:txBody>
                  <a:tcPr/>
                </a:tc>
              </a:tr>
              <a:tr h="316523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FIRST AID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2025-02-04 to 2025-09-25</a:t>
                      </a:r>
                    </a:p>
                  </a:txBody>
                  <a:tcPr/>
                </a:tc>
              </a:tr>
              <a:tr h="316523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Fires Safety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2025-01-30 to 2025-09-09</a:t>
                      </a:r>
                    </a:p>
                  </a:txBody>
                  <a:tcPr/>
                </a:tc>
              </a:tr>
              <a:tr h="316523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Water Treatment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98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2025-03-25 to 2025-04-29</a:t>
                      </a:r>
                    </a:p>
                  </a:txBody>
                  <a:tcPr/>
                </a:tc>
              </a:tr>
              <a:tr h="316523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PEST CONTROL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93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2025-02-18 to 2025-09-12</a:t>
                      </a:r>
                    </a:p>
                  </a:txBody>
                  <a:tcPr/>
                </a:tc>
              </a:tr>
              <a:tr h="316523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Occupational Health &amp; Safety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69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2025-09-03 to 2025-09-05</a:t>
                      </a:r>
                    </a:p>
                  </a:txBody>
                  <a:tcPr/>
                </a:tc>
              </a:tr>
              <a:tr h="316523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Food Handlers Workshop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2025-03-21 to 2025-03-21</a:t>
                      </a:r>
                    </a:p>
                  </a:txBody>
                  <a:tcPr/>
                </a:tc>
              </a:tr>
              <a:tr h="316523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Frozen Pie Handling and Baking Process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2025-06-16 to 2025-06-16</a:t>
                      </a:r>
                    </a:p>
                  </a:txBody>
                  <a:tcPr/>
                </a:tc>
              </a:tr>
              <a:tr h="316523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Energy conservation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2025-06-16 to 2025-06-16</a:t>
                      </a:r>
                    </a:p>
                  </a:txBody>
                  <a:tcPr/>
                </a:tc>
              </a:tr>
              <a:tr h="316523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Preventive Maintenance Workshop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2025-06-16 to 2025-06-16</a:t>
                      </a:r>
                    </a:p>
                  </a:txBody>
                  <a:tcPr/>
                </a:tc>
              </a:tr>
              <a:tr h="316524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Effective Restaurant Management Workshop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2025-06-16 to 2025-06-16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Stores Training Coverage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 b="1"/>
            </a:pPr>
            <a:r>
              <a:t>Total Stores: 577</a:t>
            </a:r>
          </a:p>
          <a:p/>
          <a:p>
            <a:pPr>
              <a:defRPr sz="1800">
                <a:solidFill>
                  <a:srgbClr val="008000"/>
                </a:solidFill>
              </a:defRPr>
            </a:pPr>
            <a:r>
              <a:t>✅ Stores Trained: 280 (48.5%)</a:t>
            </a:r>
          </a:p>
          <a:p>
            <a:pPr>
              <a:defRPr sz="1800">
                <a:solidFill>
                  <a:srgbClr val="FF4500"/>
                </a:solidFill>
              </a:defRPr>
            </a:pPr>
            <a:r>
              <a:t>⏳ Stores Pending: 297 (51.5%)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Staff Participation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 b="0"/>
            </a:pPr>
            <a:r>
              <a:t>Total Eligible Staff: 6215</a:t>
            </a:r>
          </a:p>
          <a:p/>
          <a:p>
            <a:pPr>
              <a:defRPr sz="1800" b="1"/>
            </a:pPr>
            <a:r>
              <a:t>Participated: 723 (11.6%)</a:t>
            </a:r>
          </a:p>
          <a:p/>
          <a:p>
            <a:pPr>
              <a:defRPr sz="1800" b="0"/>
            </a:pPr>
            <a:r>
              <a:t>Not Participated: 5492</a:t>
            </a:r>
          </a:p>
          <a:p/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Food Safety Compliance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 b="1"/>
            </a:pPr>
            <a:r>
              <a:t>Food Handlers / Food Safety Training Status</a:t>
            </a:r>
          </a:p>
          <a:p/>
          <a:p>
            <a:pPr>
              <a:defRPr sz="1600"/>
            </a:pPr>
            <a:r>
              <a:t>Required to be Tested: 6215</a:t>
            </a:r>
          </a:p>
          <a:p>
            <a:pPr>
              <a:defRPr sz="1600"/>
            </a:pPr>
            <a:r>
              <a:t>Already Tested: 285 (4.6%)</a:t>
            </a:r>
          </a:p>
          <a:p>
            <a:pPr>
              <a:defRPr sz="1600"/>
            </a:pPr>
            <a:r>
              <a:t>Never Tested: 5930</a:t>
            </a:r>
          </a:p>
          <a:p>
            <a:pPr>
              <a:defRPr sz="1600"/>
            </a:pPr>
            <a:r>
              <a:t>Due for Testing: 5930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
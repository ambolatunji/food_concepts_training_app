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Training Analytics</a:t>
            </a:r>
          </a:p>
          <a:p>
            <a:r>
              <a:t>Generated: October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Report Year: 2025</a:t>
            </a:r>
          </a:p>
          <a:p/>
          <a:p>
            <a:pPr>
              <a:defRPr sz="1600"/>
            </a:pPr>
            <a:r>
              <a:t>📊 Total Trainings: 1090</a:t>
            </a:r>
          </a:p>
          <a:p>
            <a:pPr>
              <a:defRPr sz="1600"/>
            </a:pPr>
            <a:r>
              <a:t>👥 Total Staff (All): 8423</a:t>
            </a:r>
          </a:p>
          <a:p>
            <a:pPr>
              <a:defRPr sz="1600"/>
            </a:pPr>
            <a:r>
              <a:t>✅ Active Staff: 7293</a:t>
            </a:r>
          </a:p>
          <a:p>
            <a:pPr>
              <a:defRPr sz="1600"/>
            </a:pPr>
            <a:r>
              <a:t>📚 Staff Trained (Active): 841</a:t>
            </a:r>
          </a:p>
          <a:p>
            <a:pPr>
              <a:defRPr sz="1600"/>
            </a:pPr>
            <a:r>
              <a:t>🏪 Stores Trained: 313</a:t>
            </a:r>
          </a:p>
          <a:p>
            <a:pPr>
              <a:defRPr sz="1600"/>
            </a:pPr>
            <a:r>
              <a:t>⏰ Pending Trainings: 7293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2025-10-23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2025-10-15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2025-04-29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Total Stores: 612</a:t>
            </a:r>
          </a:p>
          <a:p/>
          <a:p>
            <a:pPr>
              <a:defRPr sz="1800">
                <a:solidFill>
                  <a:srgbClr val="008000"/>
                </a:solidFill>
              </a:defRPr>
            </a:pPr>
            <a:r>
              <a:t>✅ Stores Trained: 313 (51.1%)</a:t>
            </a:r>
          </a:p>
          <a:p>
            <a:pPr>
              <a:defRPr sz="1800">
                <a:solidFill>
                  <a:srgbClr val="FF4500"/>
                </a:solidFill>
              </a:defRPr>
            </a:pPr>
            <a:r>
              <a:t>⏳ Stores Pending: 299 (48.9%)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Participation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/>
            </a:pPr>
            <a:r>
              <a:t>Total Eligible Staff: 7293</a:t>
            </a:r>
          </a:p>
          <a:p/>
          <a:p>
            <a:pPr>
              <a:defRPr sz="1800" b="1"/>
            </a:pPr>
            <a:r>
              <a:t>Participated: 841 (11.5%)</a:t>
            </a:r>
          </a:p>
          <a:p/>
          <a:p>
            <a:pPr>
              <a:defRPr sz="1800" b="0"/>
            </a:pPr>
            <a:r>
              <a:t>Not Participated: 6452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Food Handlers / Food Safety Training Status</a:t>
            </a:r>
          </a:p>
          <a:p/>
          <a:p>
            <a:pPr>
              <a:defRPr sz="1600"/>
            </a:pPr>
            <a:r>
              <a:t>Required to be Tested: 7293</a:t>
            </a:r>
          </a:p>
          <a:p>
            <a:pPr>
              <a:defRPr sz="1600"/>
            </a:pPr>
            <a:r>
              <a:t>Already Tested: 313 (4.3%)</a:t>
            </a:r>
          </a:p>
          <a:p>
            <a:pPr>
              <a:defRPr sz="1600"/>
            </a:pPr>
            <a:r>
              <a:t>Never Tested: 6980</a:t>
            </a:r>
          </a:p>
          <a:p>
            <a:pPr>
              <a:defRPr sz="1600"/>
            </a:pPr>
            <a:r>
              <a:t>Due for Testing: 6980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Dashboard - All Required Trainings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by 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59926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Coverage by Department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Department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Training Coverage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407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Region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Training Trends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Yet to be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FF4500"/>
                </a:solidFill>
              </a:defRPr>
            </a:pPr>
            <a:r>
              <a:t>Total Staff Needing Training: 7293</a:t>
            </a:r>
          </a:p>
          <a:p/>
          <a:p>
            <a:pPr>
              <a:defRPr sz="1400"/>
            </a:pPr>
            <a:r>
              <a:t>These staff members are missing required trainings and are not on probation.</a:t>
            </a:r>
          </a:p>
          <a:p/>
          <a:p>
            <a:pPr>
              <a:defRPr sz="1600" b="1"/>
            </a:pPr>
            <a:r>
              <a:t>Top Departments:</a:t>
            </a:r>
          </a:p>
          <a:p>
            <a:pPr lvl="1">
              <a:defRPr sz="1400"/>
            </a:pPr>
            <a:r>
              <a:t>  • Operations: 6282 staff</a:t>
            </a:r>
          </a:p>
          <a:p>
            <a:pPr lvl="1">
              <a:defRPr sz="1400"/>
            </a:pPr>
            <a:r>
              <a:t>  • CR STORES: 384 staff</a:t>
            </a:r>
          </a:p>
          <a:p>
            <a:pPr lvl="1">
              <a:defRPr sz="1400"/>
            </a:pPr>
            <a:r>
              <a:t>  • Human Resources: 88 staff</a:t>
            </a:r>
          </a:p>
          <a:p>
            <a:pPr lvl="1">
              <a:defRPr sz="1400"/>
            </a:pPr>
            <a:r>
              <a:t>  • Shared-Service Division: 60 staff</a:t>
            </a:r>
          </a:p>
          <a:p>
            <a:pPr lvl="1">
              <a:defRPr sz="1400"/>
            </a:pPr>
            <a:r>
              <a:t>  • PIE EXPRESS KIOSKS: 33 staff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
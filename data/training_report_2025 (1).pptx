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Stores Training Coverage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Stores Trained</c:v>
                </c:pt>
                <c:pt idx="1">
                  <c:v>Stores 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74-4F74-8A37-9742432F1BC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`Staff</a:t>
            </a:r>
            <a:r>
              <a:rPr lang="en-US" baseline="0"/>
              <a:t> Participation</a:t>
            </a:r>
            <a:endParaRPr lang="en-US"/>
          </a:p>
        </c:rich>
      </c:tx>
      <c:layout>
        <c:manualLayout>
          <c:xMode val="edge"/>
          <c:yMode val="edge"/>
          <c:x val="0.51594258530183723"/>
          <c:y val="1.25000000000000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of Staff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723</c:v>
                </c:pt>
                <c:pt idx="1">
                  <c:v>5592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7E-4816-BFD8-626C4850B5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331961263"/>
        <c:axId val="1331963183"/>
        <c:axId val="0"/>
      </c:bar3DChart>
      <c:catAx>
        <c:axId val="133196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31963183"/>
        <c:crosses val="autoZero"/>
        <c:auto val="1"/>
        <c:lblAlgn val="ctr"/>
        <c:lblOffset val="100"/>
        <c:noMultiLvlLbl val="0"/>
      </c:catAx>
      <c:valAx>
        <c:axId val="1331963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err="1"/>
                  <a:t>Elegible</a:t>
                </a:r>
                <a:r>
                  <a:rPr lang="en-US" baseline="0"/>
                  <a:t> Staff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3196126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7E05A1-9297-4D5C-88D3-5E4F5AE726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D7AB143-CEF5-4F3D-B86B-30E0F938196D}">
      <dgm:prSet/>
      <dgm:spPr/>
      <dgm:t>
        <a:bodyPr/>
        <a:lstStyle/>
        <a:p>
          <a:r>
            <a:rPr lang="en-US" b="1"/>
            <a:t>Report Year: 2025</a:t>
          </a:r>
          <a:endParaRPr lang="en-US"/>
        </a:p>
      </dgm:t>
    </dgm:pt>
    <dgm:pt modelId="{32CBEEAD-9E91-4475-AEE8-4E747F1726FA}" type="parTrans" cxnId="{6D9C17DC-BBDD-45BF-88B6-58C07DDC1399}">
      <dgm:prSet/>
      <dgm:spPr/>
      <dgm:t>
        <a:bodyPr/>
        <a:lstStyle/>
        <a:p>
          <a:endParaRPr lang="en-US"/>
        </a:p>
      </dgm:t>
    </dgm:pt>
    <dgm:pt modelId="{8F1F69D3-BF89-40E9-894C-B2C9D4DE0F10}" type="sibTrans" cxnId="{6D9C17DC-BBDD-45BF-88B6-58C07DDC1399}">
      <dgm:prSet/>
      <dgm:spPr/>
      <dgm:t>
        <a:bodyPr/>
        <a:lstStyle/>
        <a:p>
          <a:endParaRPr lang="en-US"/>
        </a:p>
      </dgm:t>
    </dgm:pt>
    <dgm:pt modelId="{80036D44-E38C-4726-A841-15F7B49CA1C6}">
      <dgm:prSet/>
      <dgm:spPr/>
      <dgm:t>
        <a:bodyPr/>
        <a:lstStyle/>
        <a:p>
          <a:r>
            <a:rPr lang="en-US"/>
            <a:t>📊 Total Trainings: 939</a:t>
          </a:r>
        </a:p>
      </dgm:t>
    </dgm:pt>
    <dgm:pt modelId="{14715DDD-95F7-4CBF-9865-B6B53CA11AFE}" type="parTrans" cxnId="{24A962D4-EB83-4638-9E6B-D01A3E35634B}">
      <dgm:prSet/>
      <dgm:spPr/>
      <dgm:t>
        <a:bodyPr/>
        <a:lstStyle/>
        <a:p>
          <a:endParaRPr lang="en-US"/>
        </a:p>
      </dgm:t>
    </dgm:pt>
    <dgm:pt modelId="{08BD9AC9-1AAA-4724-8071-95E3AEC01E87}" type="sibTrans" cxnId="{24A962D4-EB83-4638-9E6B-D01A3E35634B}">
      <dgm:prSet/>
      <dgm:spPr/>
      <dgm:t>
        <a:bodyPr/>
        <a:lstStyle/>
        <a:p>
          <a:endParaRPr lang="en-US"/>
        </a:p>
      </dgm:t>
    </dgm:pt>
    <dgm:pt modelId="{E6A7C8EF-FE94-4C30-9551-4071C13DFA2B}">
      <dgm:prSet/>
      <dgm:spPr/>
      <dgm:t>
        <a:bodyPr/>
        <a:lstStyle/>
        <a:p>
          <a:r>
            <a:rPr lang="en-US"/>
            <a:t>👥 Total Staff: 6809</a:t>
          </a:r>
        </a:p>
      </dgm:t>
    </dgm:pt>
    <dgm:pt modelId="{2E3F811A-993C-45EF-9FE4-7652CF39F672}" type="parTrans" cxnId="{FF6A0E93-840E-49B4-8EA9-457C59287D07}">
      <dgm:prSet/>
      <dgm:spPr/>
      <dgm:t>
        <a:bodyPr/>
        <a:lstStyle/>
        <a:p>
          <a:endParaRPr lang="en-US"/>
        </a:p>
      </dgm:t>
    </dgm:pt>
    <dgm:pt modelId="{DF191976-9E15-4CE7-8F61-7EE1454D94B3}" type="sibTrans" cxnId="{FF6A0E93-840E-49B4-8EA9-457C59287D07}">
      <dgm:prSet/>
      <dgm:spPr/>
      <dgm:t>
        <a:bodyPr/>
        <a:lstStyle/>
        <a:p>
          <a:endParaRPr lang="en-US"/>
        </a:p>
      </dgm:t>
    </dgm:pt>
    <dgm:pt modelId="{4B8132C8-E882-46E8-8D81-B4F6BA4A48F9}">
      <dgm:prSet/>
      <dgm:spPr/>
      <dgm:t>
        <a:bodyPr/>
        <a:lstStyle/>
        <a:p>
          <a:r>
            <a:rPr lang="en-US"/>
            <a:t>✅ Staff Trained: 723</a:t>
          </a:r>
        </a:p>
      </dgm:t>
    </dgm:pt>
    <dgm:pt modelId="{13EEA203-9691-4D42-8097-D2C870BDA757}" type="parTrans" cxnId="{1C82F644-E9CE-4858-808C-963A431466DE}">
      <dgm:prSet/>
      <dgm:spPr/>
      <dgm:t>
        <a:bodyPr/>
        <a:lstStyle/>
        <a:p>
          <a:endParaRPr lang="en-US"/>
        </a:p>
      </dgm:t>
    </dgm:pt>
    <dgm:pt modelId="{9D6AB918-1032-4536-B83E-5B80B2077CD9}" type="sibTrans" cxnId="{1C82F644-E9CE-4858-808C-963A431466DE}">
      <dgm:prSet/>
      <dgm:spPr/>
      <dgm:t>
        <a:bodyPr/>
        <a:lstStyle/>
        <a:p>
          <a:endParaRPr lang="en-US"/>
        </a:p>
      </dgm:t>
    </dgm:pt>
    <dgm:pt modelId="{36934F26-371D-47B6-A2A0-7B6AF9D6204D}">
      <dgm:prSet/>
      <dgm:spPr/>
      <dgm:t>
        <a:bodyPr/>
        <a:lstStyle/>
        <a:p>
          <a:r>
            <a:rPr lang="en-US"/>
            <a:t>🏪 Stores Trained: 280</a:t>
          </a:r>
        </a:p>
      </dgm:t>
    </dgm:pt>
    <dgm:pt modelId="{1C5EBB6D-6DD0-4DB9-968A-B64934C9F59D}" type="parTrans" cxnId="{17BA065B-FC9E-4ECD-B05B-B3D9B8B04A56}">
      <dgm:prSet/>
      <dgm:spPr/>
      <dgm:t>
        <a:bodyPr/>
        <a:lstStyle/>
        <a:p>
          <a:endParaRPr lang="en-US"/>
        </a:p>
      </dgm:t>
    </dgm:pt>
    <dgm:pt modelId="{A7715425-9DF9-41F4-93EA-DB6273E367FF}" type="sibTrans" cxnId="{17BA065B-FC9E-4ECD-B05B-B3D9B8B04A56}">
      <dgm:prSet/>
      <dgm:spPr/>
      <dgm:t>
        <a:bodyPr/>
        <a:lstStyle/>
        <a:p>
          <a:endParaRPr lang="en-US"/>
        </a:p>
      </dgm:t>
    </dgm:pt>
    <dgm:pt modelId="{0CDD34CC-87B2-4857-A7B5-441119CE691C}">
      <dgm:prSet/>
      <dgm:spPr/>
      <dgm:t>
        <a:bodyPr/>
        <a:lstStyle/>
        <a:p>
          <a:r>
            <a:rPr lang="en-US"/>
            <a:t>⏰ Pending Trainings: 5826</a:t>
          </a:r>
        </a:p>
      </dgm:t>
    </dgm:pt>
    <dgm:pt modelId="{38510A9D-CC0F-4CD2-83C1-44F5469CBDFC}" type="parTrans" cxnId="{E5BF0612-7BCB-4662-A573-721CC8ABAB3B}">
      <dgm:prSet/>
      <dgm:spPr/>
      <dgm:t>
        <a:bodyPr/>
        <a:lstStyle/>
        <a:p>
          <a:endParaRPr lang="en-US"/>
        </a:p>
      </dgm:t>
    </dgm:pt>
    <dgm:pt modelId="{256B873A-9190-4F08-B57A-8CC55461DCF3}" type="sibTrans" cxnId="{E5BF0612-7BCB-4662-A573-721CC8ABAB3B}">
      <dgm:prSet/>
      <dgm:spPr/>
      <dgm:t>
        <a:bodyPr/>
        <a:lstStyle/>
        <a:p>
          <a:endParaRPr lang="en-US"/>
        </a:p>
      </dgm:t>
    </dgm:pt>
    <dgm:pt modelId="{963A94E2-2DE2-41C7-B980-355BED869ED5}" type="pres">
      <dgm:prSet presAssocID="{7E7E05A1-9297-4D5C-88D3-5E4F5AE72682}" presName="root" presStyleCnt="0">
        <dgm:presLayoutVars>
          <dgm:dir/>
          <dgm:resizeHandles val="exact"/>
        </dgm:presLayoutVars>
      </dgm:prSet>
      <dgm:spPr/>
    </dgm:pt>
    <dgm:pt modelId="{B45D6C4E-318C-4968-87B1-2D8CD75D4DD8}" type="pres">
      <dgm:prSet presAssocID="{1D7AB143-CEF5-4F3D-B86B-30E0F938196D}" presName="compNode" presStyleCnt="0"/>
      <dgm:spPr/>
    </dgm:pt>
    <dgm:pt modelId="{3A47DE97-4CC2-407B-83C6-A098821E72EF}" type="pres">
      <dgm:prSet presAssocID="{1D7AB143-CEF5-4F3D-B86B-30E0F938196D}" presName="bgRect" presStyleLbl="bgShp" presStyleIdx="0" presStyleCnt="6"/>
      <dgm:spPr/>
    </dgm:pt>
    <dgm:pt modelId="{EF0FA6EA-E989-44C1-9DFA-482C056CF9AC}" type="pres">
      <dgm:prSet presAssocID="{1D7AB143-CEF5-4F3D-B86B-30E0F938196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61F5C9C5-9826-499B-B741-D5ABC82499FB}" type="pres">
      <dgm:prSet presAssocID="{1D7AB143-CEF5-4F3D-B86B-30E0F938196D}" presName="spaceRect" presStyleCnt="0"/>
      <dgm:spPr/>
    </dgm:pt>
    <dgm:pt modelId="{987A4ED6-8553-44DA-A856-45376BA25D56}" type="pres">
      <dgm:prSet presAssocID="{1D7AB143-CEF5-4F3D-B86B-30E0F938196D}" presName="parTx" presStyleLbl="revTx" presStyleIdx="0" presStyleCnt="6">
        <dgm:presLayoutVars>
          <dgm:chMax val="0"/>
          <dgm:chPref val="0"/>
        </dgm:presLayoutVars>
      </dgm:prSet>
      <dgm:spPr/>
    </dgm:pt>
    <dgm:pt modelId="{4D78F6F6-F0D3-4C4F-B1AD-06C0C4FF1AB5}" type="pres">
      <dgm:prSet presAssocID="{8F1F69D3-BF89-40E9-894C-B2C9D4DE0F10}" presName="sibTrans" presStyleCnt="0"/>
      <dgm:spPr/>
    </dgm:pt>
    <dgm:pt modelId="{B3488499-BD49-4341-B68B-5B38607D4EB8}" type="pres">
      <dgm:prSet presAssocID="{80036D44-E38C-4726-A841-15F7B49CA1C6}" presName="compNode" presStyleCnt="0"/>
      <dgm:spPr/>
    </dgm:pt>
    <dgm:pt modelId="{1CBF1342-D07C-49F0-B63E-63A058207CCF}" type="pres">
      <dgm:prSet presAssocID="{80036D44-E38C-4726-A841-15F7B49CA1C6}" presName="bgRect" presStyleLbl="bgShp" presStyleIdx="1" presStyleCnt="6"/>
      <dgm:spPr/>
    </dgm:pt>
    <dgm:pt modelId="{48AC9E5B-1060-4CF8-96E1-60EC806B808C}" type="pres">
      <dgm:prSet presAssocID="{80036D44-E38C-4726-A841-15F7B49CA1C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B3E2715F-2FB4-4DCB-8DC2-43DDB1179393}" type="pres">
      <dgm:prSet presAssocID="{80036D44-E38C-4726-A841-15F7B49CA1C6}" presName="spaceRect" presStyleCnt="0"/>
      <dgm:spPr/>
    </dgm:pt>
    <dgm:pt modelId="{78BACA50-C6AF-400D-A663-DE94F4E7483A}" type="pres">
      <dgm:prSet presAssocID="{80036D44-E38C-4726-A841-15F7B49CA1C6}" presName="parTx" presStyleLbl="revTx" presStyleIdx="1" presStyleCnt="6">
        <dgm:presLayoutVars>
          <dgm:chMax val="0"/>
          <dgm:chPref val="0"/>
        </dgm:presLayoutVars>
      </dgm:prSet>
      <dgm:spPr/>
    </dgm:pt>
    <dgm:pt modelId="{7907A1B1-C47C-4228-8962-4D4CC869AA47}" type="pres">
      <dgm:prSet presAssocID="{08BD9AC9-1AAA-4724-8071-95E3AEC01E87}" presName="sibTrans" presStyleCnt="0"/>
      <dgm:spPr/>
    </dgm:pt>
    <dgm:pt modelId="{EF980B25-A304-46E3-8B5F-DDFA239F3526}" type="pres">
      <dgm:prSet presAssocID="{E6A7C8EF-FE94-4C30-9551-4071C13DFA2B}" presName="compNode" presStyleCnt="0"/>
      <dgm:spPr/>
    </dgm:pt>
    <dgm:pt modelId="{27F054CF-2332-4FDA-B4BE-A8B132D797C0}" type="pres">
      <dgm:prSet presAssocID="{E6A7C8EF-FE94-4C30-9551-4071C13DFA2B}" presName="bgRect" presStyleLbl="bgShp" presStyleIdx="2" presStyleCnt="6"/>
      <dgm:spPr/>
    </dgm:pt>
    <dgm:pt modelId="{EC6C8070-D43D-4A37-9E64-C47714932748}" type="pres">
      <dgm:prSet presAssocID="{E6A7C8EF-FE94-4C30-9551-4071C13DFA2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CA77B3C1-5A77-4FA5-8020-136247A7B085}" type="pres">
      <dgm:prSet presAssocID="{E6A7C8EF-FE94-4C30-9551-4071C13DFA2B}" presName="spaceRect" presStyleCnt="0"/>
      <dgm:spPr/>
    </dgm:pt>
    <dgm:pt modelId="{9482EB22-4CA8-4DB8-BC04-12D68F71A081}" type="pres">
      <dgm:prSet presAssocID="{E6A7C8EF-FE94-4C30-9551-4071C13DFA2B}" presName="parTx" presStyleLbl="revTx" presStyleIdx="2" presStyleCnt="6">
        <dgm:presLayoutVars>
          <dgm:chMax val="0"/>
          <dgm:chPref val="0"/>
        </dgm:presLayoutVars>
      </dgm:prSet>
      <dgm:spPr/>
    </dgm:pt>
    <dgm:pt modelId="{E7F3A3E7-70A5-4D57-9804-AAC285835D36}" type="pres">
      <dgm:prSet presAssocID="{DF191976-9E15-4CE7-8F61-7EE1454D94B3}" presName="sibTrans" presStyleCnt="0"/>
      <dgm:spPr/>
    </dgm:pt>
    <dgm:pt modelId="{4FF45D80-70B4-4D3C-B8D9-A1721468F31E}" type="pres">
      <dgm:prSet presAssocID="{4B8132C8-E882-46E8-8D81-B4F6BA4A48F9}" presName="compNode" presStyleCnt="0"/>
      <dgm:spPr/>
    </dgm:pt>
    <dgm:pt modelId="{1FE98CFD-9FBD-4420-94B7-592E431AEC0A}" type="pres">
      <dgm:prSet presAssocID="{4B8132C8-E882-46E8-8D81-B4F6BA4A48F9}" presName="bgRect" presStyleLbl="bgShp" presStyleIdx="3" presStyleCnt="6"/>
      <dgm:spPr/>
    </dgm:pt>
    <dgm:pt modelId="{D1D9F969-2662-4AF5-B7D1-0E7BA26322F1}" type="pres">
      <dgm:prSet presAssocID="{4B8132C8-E882-46E8-8D81-B4F6BA4A48F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0D66802-A0EF-4F0F-B53A-51652C306877}" type="pres">
      <dgm:prSet presAssocID="{4B8132C8-E882-46E8-8D81-B4F6BA4A48F9}" presName="spaceRect" presStyleCnt="0"/>
      <dgm:spPr/>
    </dgm:pt>
    <dgm:pt modelId="{9BF36E4B-1926-4BF4-BE93-93E5805A4F6D}" type="pres">
      <dgm:prSet presAssocID="{4B8132C8-E882-46E8-8D81-B4F6BA4A48F9}" presName="parTx" presStyleLbl="revTx" presStyleIdx="3" presStyleCnt="6">
        <dgm:presLayoutVars>
          <dgm:chMax val="0"/>
          <dgm:chPref val="0"/>
        </dgm:presLayoutVars>
      </dgm:prSet>
      <dgm:spPr/>
    </dgm:pt>
    <dgm:pt modelId="{AD956930-08E4-495E-838C-89E12ED38562}" type="pres">
      <dgm:prSet presAssocID="{9D6AB918-1032-4536-B83E-5B80B2077CD9}" presName="sibTrans" presStyleCnt="0"/>
      <dgm:spPr/>
    </dgm:pt>
    <dgm:pt modelId="{1C04645F-0127-4E41-AEE8-FBAE9FF9EA6D}" type="pres">
      <dgm:prSet presAssocID="{36934F26-371D-47B6-A2A0-7B6AF9D6204D}" presName="compNode" presStyleCnt="0"/>
      <dgm:spPr/>
    </dgm:pt>
    <dgm:pt modelId="{F0401C55-03D0-415D-9807-8C8846098931}" type="pres">
      <dgm:prSet presAssocID="{36934F26-371D-47B6-A2A0-7B6AF9D6204D}" presName="bgRect" presStyleLbl="bgShp" presStyleIdx="4" presStyleCnt="6"/>
      <dgm:spPr/>
    </dgm:pt>
    <dgm:pt modelId="{F65A785A-80CF-47C6-93B2-F8B7B00E6704}" type="pres">
      <dgm:prSet presAssocID="{36934F26-371D-47B6-A2A0-7B6AF9D6204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A39AA86-8174-4C23-BE12-EF4CF297CB1F}" type="pres">
      <dgm:prSet presAssocID="{36934F26-371D-47B6-A2A0-7B6AF9D6204D}" presName="spaceRect" presStyleCnt="0"/>
      <dgm:spPr/>
    </dgm:pt>
    <dgm:pt modelId="{E7524D7E-B44F-405E-8152-5D864E661B61}" type="pres">
      <dgm:prSet presAssocID="{36934F26-371D-47B6-A2A0-7B6AF9D6204D}" presName="parTx" presStyleLbl="revTx" presStyleIdx="4" presStyleCnt="6">
        <dgm:presLayoutVars>
          <dgm:chMax val="0"/>
          <dgm:chPref val="0"/>
        </dgm:presLayoutVars>
      </dgm:prSet>
      <dgm:spPr/>
    </dgm:pt>
    <dgm:pt modelId="{02A77FB5-CFF9-4B72-BA5E-A6D56ABBAC68}" type="pres">
      <dgm:prSet presAssocID="{A7715425-9DF9-41F4-93EA-DB6273E367FF}" presName="sibTrans" presStyleCnt="0"/>
      <dgm:spPr/>
    </dgm:pt>
    <dgm:pt modelId="{7EE8F83B-650E-4B69-AFF6-B8724074772F}" type="pres">
      <dgm:prSet presAssocID="{0CDD34CC-87B2-4857-A7B5-441119CE691C}" presName="compNode" presStyleCnt="0"/>
      <dgm:spPr/>
    </dgm:pt>
    <dgm:pt modelId="{57DE02F1-684D-4567-AABA-7D0FE9524715}" type="pres">
      <dgm:prSet presAssocID="{0CDD34CC-87B2-4857-A7B5-441119CE691C}" presName="bgRect" presStyleLbl="bgShp" presStyleIdx="5" presStyleCnt="6"/>
      <dgm:spPr/>
    </dgm:pt>
    <dgm:pt modelId="{361B698D-945B-487C-8405-0A570C3A31F1}" type="pres">
      <dgm:prSet presAssocID="{0CDD34CC-87B2-4857-A7B5-441119CE691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6420D6C-0EB3-4947-B491-A1FAB49E6423}" type="pres">
      <dgm:prSet presAssocID="{0CDD34CC-87B2-4857-A7B5-441119CE691C}" presName="spaceRect" presStyleCnt="0"/>
      <dgm:spPr/>
    </dgm:pt>
    <dgm:pt modelId="{DF6771E2-032E-478E-A129-904B9C19359F}" type="pres">
      <dgm:prSet presAssocID="{0CDD34CC-87B2-4857-A7B5-441119CE691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5BF0612-7BCB-4662-A573-721CC8ABAB3B}" srcId="{7E7E05A1-9297-4D5C-88D3-5E4F5AE72682}" destId="{0CDD34CC-87B2-4857-A7B5-441119CE691C}" srcOrd="5" destOrd="0" parTransId="{38510A9D-CC0F-4CD2-83C1-44F5469CBDFC}" sibTransId="{256B873A-9190-4F08-B57A-8CC55461DCF3}"/>
    <dgm:cxn modelId="{DBF40520-074E-4257-879E-6A4939474674}" type="presOf" srcId="{4B8132C8-E882-46E8-8D81-B4F6BA4A48F9}" destId="{9BF36E4B-1926-4BF4-BE93-93E5805A4F6D}" srcOrd="0" destOrd="0" presId="urn:microsoft.com/office/officeart/2018/2/layout/IconVerticalSolidList"/>
    <dgm:cxn modelId="{BFB72F2D-09DE-403E-9E7A-EDDDF5B58AA6}" type="presOf" srcId="{1D7AB143-CEF5-4F3D-B86B-30E0F938196D}" destId="{987A4ED6-8553-44DA-A856-45376BA25D56}" srcOrd="0" destOrd="0" presId="urn:microsoft.com/office/officeart/2018/2/layout/IconVerticalSolidList"/>
    <dgm:cxn modelId="{07DF8640-235F-4716-8D19-01961F81493F}" type="presOf" srcId="{36934F26-371D-47B6-A2A0-7B6AF9D6204D}" destId="{E7524D7E-B44F-405E-8152-5D864E661B61}" srcOrd="0" destOrd="0" presId="urn:microsoft.com/office/officeart/2018/2/layout/IconVerticalSolidList"/>
    <dgm:cxn modelId="{17BA065B-FC9E-4ECD-B05B-B3D9B8B04A56}" srcId="{7E7E05A1-9297-4D5C-88D3-5E4F5AE72682}" destId="{36934F26-371D-47B6-A2A0-7B6AF9D6204D}" srcOrd="4" destOrd="0" parTransId="{1C5EBB6D-6DD0-4DB9-968A-B64934C9F59D}" sibTransId="{A7715425-9DF9-41F4-93EA-DB6273E367FF}"/>
    <dgm:cxn modelId="{1C82F644-E9CE-4858-808C-963A431466DE}" srcId="{7E7E05A1-9297-4D5C-88D3-5E4F5AE72682}" destId="{4B8132C8-E882-46E8-8D81-B4F6BA4A48F9}" srcOrd="3" destOrd="0" parTransId="{13EEA203-9691-4D42-8097-D2C870BDA757}" sibTransId="{9D6AB918-1032-4536-B83E-5B80B2077CD9}"/>
    <dgm:cxn modelId="{BAD74E45-8F8A-450B-9C2A-507155DA0BF3}" type="presOf" srcId="{7E7E05A1-9297-4D5C-88D3-5E4F5AE72682}" destId="{963A94E2-2DE2-41C7-B980-355BED869ED5}" srcOrd="0" destOrd="0" presId="urn:microsoft.com/office/officeart/2018/2/layout/IconVerticalSolidList"/>
    <dgm:cxn modelId="{D8C28D45-3BF5-4DF5-86D9-E988E5CE0526}" type="presOf" srcId="{0CDD34CC-87B2-4857-A7B5-441119CE691C}" destId="{DF6771E2-032E-478E-A129-904B9C19359F}" srcOrd="0" destOrd="0" presId="urn:microsoft.com/office/officeart/2018/2/layout/IconVerticalSolidList"/>
    <dgm:cxn modelId="{FF6A0E93-840E-49B4-8EA9-457C59287D07}" srcId="{7E7E05A1-9297-4D5C-88D3-5E4F5AE72682}" destId="{E6A7C8EF-FE94-4C30-9551-4071C13DFA2B}" srcOrd="2" destOrd="0" parTransId="{2E3F811A-993C-45EF-9FE4-7652CF39F672}" sibTransId="{DF191976-9E15-4CE7-8F61-7EE1454D94B3}"/>
    <dgm:cxn modelId="{5EF830CA-5259-45E1-994E-80443359B475}" type="presOf" srcId="{80036D44-E38C-4726-A841-15F7B49CA1C6}" destId="{78BACA50-C6AF-400D-A663-DE94F4E7483A}" srcOrd="0" destOrd="0" presId="urn:microsoft.com/office/officeart/2018/2/layout/IconVerticalSolidList"/>
    <dgm:cxn modelId="{24A962D4-EB83-4638-9E6B-D01A3E35634B}" srcId="{7E7E05A1-9297-4D5C-88D3-5E4F5AE72682}" destId="{80036D44-E38C-4726-A841-15F7B49CA1C6}" srcOrd="1" destOrd="0" parTransId="{14715DDD-95F7-4CBF-9865-B6B53CA11AFE}" sibTransId="{08BD9AC9-1AAA-4724-8071-95E3AEC01E87}"/>
    <dgm:cxn modelId="{6D9C17DC-BBDD-45BF-88B6-58C07DDC1399}" srcId="{7E7E05A1-9297-4D5C-88D3-5E4F5AE72682}" destId="{1D7AB143-CEF5-4F3D-B86B-30E0F938196D}" srcOrd="0" destOrd="0" parTransId="{32CBEEAD-9E91-4475-AEE8-4E747F1726FA}" sibTransId="{8F1F69D3-BF89-40E9-894C-B2C9D4DE0F10}"/>
    <dgm:cxn modelId="{101927FF-D450-4E06-855C-09E68953389D}" type="presOf" srcId="{E6A7C8EF-FE94-4C30-9551-4071C13DFA2B}" destId="{9482EB22-4CA8-4DB8-BC04-12D68F71A081}" srcOrd="0" destOrd="0" presId="urn:microsoft.com/office/officeart/2018/2/layout/IconVerticalSolidList"/>
    <dgm:cxn modelId="{CF1792A8-08F9-4F38-ADE8-8FF6DD97CFE0}" type="presParOf" srcId="{963A94E2-2DE2-41C7-B980-355BED869ED5}" destId="{B45D6C4E-318C-4968-87B1-2D8CD75D4DD8}" srcOrd="0" destOrd="0" presId="urn:microsoft.com/office/officeart/2018/2/layout/IconVerticalSolidList"/>
    <dgm:cxn modelId="{0C31E62F-42CD-4F5C-BA77-9FC20CFAF69A}" type="presParOf" srcId="{B45D6C4E-318C-4968-87B1-2D8CD75D4DD8}" destId="{3A47DE97-4CC2-407B-83C6-A098821E72EF}" srcOrd="0" destOrd="0" presId="urn:microsoft.com/office/officeart/2018/2/layout/IconVerticalSolidList"/>
    <dgm:cxn modelId="{03386C1A-58A8-44DD-8A4E-482861B8791E}" type="presParOf" srcId="{B45D6C4E-318C-4968-87B1-2D8CD75D4DD8}" destId="{EF0FA6EA-E989-44C1-9DFA-482C056CF9AC}" srcOrd="1" destOrd="0" presId="urn:microsoft.com/office/officeart/2018/2/layout/IconVerticalSolidList"/>
    <dgm:cxn modelId="{4B60488F-1763-439A-A654-24DD484508D8}" type="presParOf" srcId="{B45D6C4E-318C-4968-87B1-2D8CD75D4DD8}" destId="{61F5C9C5-9826-499B-B741-D5ABC82499FB}" srcOrd="2" destOrd="0" presId="urn:microsoft.com/office/officeart/2018/2/layout/IconVerticalSolidList"/>
    <dgm:cxn modelId="{7E156B31-DC5B-4036-9124-64F2F1D0950B}" type="presParOf" srcId="{B45D6C4E-318C-4968-87B1-2D8CD75D4DD8}" destId="{987A4ED6-8553-44DA-A856-45376BA25D56}" srcOrd="3" destOrd="0" presId="urn:microsoft.com/office/officeart/2018/2/layout/IconVerticalSolidList"/>
    <dgm:cxn modelId="{E83AD825-5972-4A10-AD4A-1FAB67D238D6}" type="presParOf" srcId="{963A94E2-2DE2-41C7-B980-355BED869ED5}" destId="{4D78F6F6-F0D3-4C4F-B1AD-06C0C4FF1AB5}" srcOrd="1" destOrd="0" presId="urn:microsoft.com/office/officeart/2018/2/layout/IconVerticalSolidList"/>
    <dgm:cxn modelId="{D7C9BEC3-3E4F-4889-87D5-D2C5DA4C7B75}" type="presParOf" srcId="{963A94E2-2DE2-41C7-B980-355BED869ED5}" destId="{B3488499-BD49-4341-B68B-5B38607D4EB8}" srcOrd="2" destOrd="0" presId="urn:microsoft.com/office/officeart/2018/2/layout/IconVerticalSolidList"/>
    <dgm:cxn modelId="{55477FBF-44AA-4627-86D7-701A9AE02C29}" type="presParOf" srcId="{B3488499-BD49-4341-B68B-5B38607D4EB8}" destId="{1CBF1342-D07C-49F0-B63E-63A058207CCF}" srcOrd="0" destOrd="0" presId="urn:microsoft.com/office/officeart/2018/2/layout/IconVerticalSolidList"/>
    <dgm:cxn modelId="{3410FABC-8BED-4E3E-8CB8-E33A74932F77}" type="presParOf" srcId="{B3488499-BD49-4341-B68B-5B38607D4EB8}" destId="{48AC9E5B-1060-4CF8-96E1-60EC806B808C}" srcOrd="1" destOrd="0" presId="urn:microsoft.com/office/officeart/2018/2/layout/IconVerticalSolidList"/>
    <dgm:cxn modelId="{DE4C4CAA-7131-43E9-B2B3-534D52C345D6}" type="presParOf" srcId="{B3488499-BD49-4341-B68B-5B38607D4EB8}" destId="{B3E2715F-2FB4-4DCB-8DC2-43DDB1179393}" srcOrd="2" destOrd="0" presId="urn:microsoft.com/office/officeart/2018/2/layout/IconVerticalSolidList"/>
    <dgm:cxn modelId="{B6A25EBC-4990-4069-89CF-0157FB5EA222}" type="presParOf" srcId="{B3488499-BD49-4341-B68B-5B38607D4EB8}" destId="{78BACA50-C6AF-400D-A663-DE94F4E7483A}" srcOrd="3" destOrd="0" presId="urn:microsoft.com/office/officeart/2018/2/layout/IconVerticalSolidList"/>
    <dgm:cxn modelId="{F67E5B93-0121-4A6C-91C4-B55FA8141B4D}" type="presParOf" srcId="{963A94E2-2DE2-41C7-B980-355BED869ED5}" destId="{7907A1B1-C47C-4228-8962-4D4CC869AA47}" srcOrd="3" destOrd="0" presId="urn:microsoft.com/office/officeart/2018/2/layout/IconVerticalSolidList"/>
    <dgm:cxn modelId="{455BF8B4-0E61-4066-BDAA-A4A1A3F289B8}" type="presParOf" srcId="{963A94E2-2DE2-41C7-B980-355BED869ED5}" destId="{EF980B25-A304-46E3-8B5F-DDFA239F3526}" srcOrd="4" destOrd="0" presId="urn:microsoft.com/office/officeart/2018/2/layout/IconVerticalSolidList"/>
    <dgm:cxn modelId="{00D81F12-9668-44AB-9129-6EF7812DE329}" type="presParOf" srcId="{EF980B25-A304-46E3-8B5F-DDFA239F3526}" destId="{27F054CF-2332-4FDA-B4BE-A8B132D797C0}" srcOrd="0" destOrd="0" presId="urn:microsoft.com/office/officeart/2018/2/layout/IconVerticalSolidList"/>
    <dgm:cxn modelId="{5AF9CD3A-6C9B-4524-9E84-9A9C26822CBB}" type="presParOf" srcId="{EF980B25-A304-46E3-8B5F-DDFA239F3526}" destId="{EC6C8070-D43D-4A37-9E64-C47714932748}" srcOrd="1" destOrd="0" presId="urn:microsoft.com/office/officeart/2018/2/layout/IconVerticalSolidList"/>
    <dgm:cxn modelId="{AD8CD961-4C1B-436D-8FCD-6C7A018CE391}" type="presParOf" srcId="{EF980B25-A304-46E3-8B5F-DDFA239F3526}" destId="{CA77B3C1-5A77-4FA5-8020-136247A7B085}" srcOrd="2" destOrd="0" presId="urn:microsoft.com/office/officeart/2018/2/layout/IconVerticalSolidList"/>
    <dgm:cxn modelId="{D077B0C5-4C69-4223-B48F-5148C2B77A39}" type="presParOf" srcId="{EF980B25-A304-46E3-8B5F-DDFA239F3526}" destId="{9482EB22-4CA8-4DB8-BC04-12D68F71A081}" srcOrd="3" destOrd="0" presId="urn:microsoft.com/office/officeart/2018/2/layout/IconVerticalSolidList"/>
    <dgm:cxn modelId="{8A50664B-0053-4828-9F8E-4328A0B568E5}" type="presParOf" srcId="{963A94E2-2DE2-41C7-B980-355BED869ED5}" destId="{E7F3A3E7-70A5-4D57-9804-AAC285835D36}" srcOrd="5" destOrd="0" presId="urn:microsoft.com/office/officeart/2018/2/layout/IconVerticalSolidList"/>
    <dgm:cxn modelId="{A60164E5-4FF7-4084-AC20-D173DDBE9209}" type="presParOf" srcId="{963A94E2-2DE2-41C7-B980-355BED869ED5}" destId="{4FF45D80-70B4-4D3C-B8D9-A1721468F31E}" srcOrd="6" destOrd="0" presId="urn:microsoft.com/office/officeart/2018/2/layout/IconVerticalSolidList"/>
    <dgm:cxn modelId="{4FB64570-1FF0-423B-93AF-64FCBFC24984}" type="presParOf" srcId="{4FF45D80-70B4-4D3C-B8D9-A1721468F31E}" destId="{1FE98CFD-9FBD-4420-94B7-592E431AEC0A}" srcOrd="0" destOrd="0" presId="urn:microsoft.com/office/officeart/2018/2/layout/IconVerticalSolidList"/>
    <dgm:cxn modelId="{22C631EE-41B9-417A-B60B-7B1873F05380}" type="presParOf" srcId="{4FF45D80-70B4-4D3C-B8D9-A1721468F31E}" destId="{D1D9F969-2662-4AF5-B7D1-0E7BA26322F1}" srcOrd="1" destOrd="0" presId="urn:microsoft.com/office/officeart/2018/2/layout/IconVerticalSolidList"/>
    <dgm:cxn modelId="{2C50B7F0-8E75-4738-80AE-CFF9667E72F7}" type="presParOf" srcId="{4FF45D80-70B4-4D3C-B8D9-A1721468F31E}" destId="{00D66802-A0EF-4F0F-B53A-51652C306877}" srcOrd="2" destOrd="0" presId="urn:microsoft.com/office/officeart/2018/2/layout/IconVerticalSolidList"/>
    <dgm:cxn modelId="{8A1EE6AF-6B58-4AE4-A49A-4916C2E11D93}" type="presParOf" srcId="{4FF45D80-70B4-4D3C-B8D9-A1721468F31E}" destId="{9BF36E4B-1926-4BF4-BE93-93E5805A4F6D}" srcOrd="3" destOrd="0" presId="urn:microsoft.com/office/officeart/2018/2/layout/IconVerticalSolidList"/>
    <dgm:cxn modelId="{E6AF11CB-2BBF-4A40-B01A-4B4C480E57EC}" type="presParOf" srcId="{963A94E2-2DE2-41C7-B980-355BED869ED5}" destId="{AD956930-08E4-495E-838C-89E12ED38562}" srcOrd="7" destOrd="0" presId="urn:microsoft.com/office/officeart/2018/2/layout/IconVerticalSolidList"/>
    <dgm:cxn modelId="{6EDE82EF-B513-41B9-8D05-DDBEEAD71CEB}" type="presParOf" srcId="{963A94E2-2DE2-41C7-B980-355BED869ED5}" destId="{1C04645F-0127-4E41-AEE8-FBAE9FF9EA6D}" srcOrd="8" destOrd="0" presId="urn:microsoft.com/office/officeart/2018/2/layout/IconVerticalSolidList"/>
    <dgm:cxn modelId="{8F23886F-19BE-4E63-8203-779CDD122FD1}" type="presParOf" srcId="{1C04645F-0127-4E41-AEE8-FBAE9FF9EA6D}" destId="{F0401C55-03D0-415D-9807-8C8846098931}" srcOrd="0" destOrd="0" presId="urn:microsoft.com/office/officeart/2018/2/layout/IconVerticalSolidList"/>
    <dgm:cxn modelId="{F447EB25-D138-45D0-9709-4E15D9DA18C2}" type="presParOf" srcId="{1C04645F-0127-4E41-AEE8-FBAE9FF9EA6D}" destId="{F65A785A-80CF-47C6-93B2-F8B7B00E6704}" srcOrd="1" destOrd="0" presId="urn:microsoft.com/office/officeart/2018/2/layout/IconVerticalSolidList"/>
    <dgm:cxn modelId="{0B91187B-6A6A-43B0-AA71-CC17724D2466}" type="presParOf" srcId="{1C04645F-0127-4E41-AEE8-FBAE9FF9EA6D}" destId="{BA39AA86-8174-4C23-BE12-EF4CF297CB1F}" srcOrd="2" destOrd="0" presId="urn:microsoft.com/office/officeart/2018/2/layout/IconVerticalSolidList"/>
    <dgm:cxn modelId="{BB76252F-30B2-4EFF-9672-EC5E1886A145}" type="presParOf" srcId="{1C04645F-0127-4E41-AEE8-FBAE9FF9EA6D}" destId="{E7524D7E-B44F-405E-8152-5D864E661B61}" srcOrd="3" destOrd="0" presId="urn:microsoft.com/office/officeart/2018/2/layout/IconVerticalSolidList"/>
    <dgm:cxn modelId="{F46F9784-CF06-4DC8-80AB-B231D03F025B}" type="presParOf" srcId="{963A94E2-2DE2-41C7-B980-355BED869ED5}" destId="{02A77FB5-CFF9-4B72-BA5E-A6D56ABBAC68}" srcOrd="9" destOrd="0" presId="urn:microsoft.com/office/officeart/2018/2/layout/IconVerticalSolidList"/>
    <dgm:cxn modelId="{128F8060-A847-46FA-B667-E3AF6DCC3FD0}" type="presParOf" srcId="{963A94E2-2DE2-41C7-B980-355BED869ED5}" destId="{7EE8F83B-650E-4B69-AFF6-B8724074772F}" srcOrd="10" destOrd="0" presId="urn:microsoft.com/office/officeart/2018/2/layout/IconVerticalSolidList"/>
    <dgm:cxn modelId="{7478C909-191E-4B11-A7A6-ACC9A8CC9BFF}" type="presParOf" srcId="{7EE8F83B-650E-4B69-AFF6-B8724074772F}" destId="{57DE02F1-684D-4567-AABA-7D0FE9524715}" srcOrd="0" destOrd="0" presId="urn:microsoft.com/office/officeart/2018/2/layout/IconVerticalSolidList"/>
    <dgm:cxn modelId="{45553991-3FA2-4C49-ACFF-833136BC081B}" type="presParOf" srcId="{7EE8F83B-650E-4B69-AFF6-B8724074772F}" destId="{361B698D-945B-487C-8405-0A570C3A31F1}" srcOrd="1" destOrd="0" presId="urn:microsoft.com/office/officeart/2018/2/layout/IconVerticalSolidList"/>
    <dgm:cxn modelId="{60369BFD-3570-42FD-B08A-CF4827FF069D}" type="presParOf" srcId="{7EE8F83B-650E-4B69-AFF6-B8724074772F}" destId="{A6420D6C-0EB3-4947-B491-A1FAB49E6423}" srcOrd="2" destOrd="0" presId="urn:microsoft.com/office/officeart/2018/2/layout/IconVerticalSolidList"/>
    <dgm:cxn modelId="{DFC46269-054F-46C9-B5F4-DBA1187B0386}" type="presParOf" srcId="{7EE8F83B-650E-4B69-AFF6-B8724074772F}" destId="{DF6771E2-032E-478E-A129-904B9C1935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4F49C3-66C9-4F7C-8308-2761D09563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1736B0A-778B-4048-9B6C-5F8A4A0D95CF}">
      <dgm:prSet/>
      <dgm:spPr/>
      <dgm:t>
        <a:bodyPr/>
        <a:lstStyle/>
        <a:p>
          <a:r>
            <a:rPr lang="en-US" b="1"/>
            <a:t>Food Handlers / Food Safety Training Status</a:t>
          </a:r>
          <a:endParaRPr lang="en-US"/>
        </a:p>
      </dgm:t>
    </dgm:pt>
    <dgm:pt modelId="{916DF326-8841-4A3B-9F49-F89E852542D6}" type="parTrans" cxnId="{6EE40B01-741B-4544-8E19-177E61AA4695}">
      <dgm:prSet/>
      <dgm:spPr/>
      <dgm:t>
        <a:bodyPr/>
        <a:lstStyle/>
        <a:p>
          <a:endParaRPr lang="en-US"/>
        </a:p>
      </dgm:t>
    </dgm:pt>
    <dgm:pt modelId="{DFFB26B5-771C-4CEF-9E10-F403AB0E9B05}" type="sibTrans" cxnId="{6EE40B01-741B-4544-8E19-177E61AA4695}">
      <dgm:prSet/>
      <dgm:spPr/>
      <dgm:t>
        <a:bodyPr/>
        <a:lstStyle/>
        <a:p>
          <a:endParaRPr lang="en-US"/>
        </a:p>
      </dgm:t>
    </dgm:pt>
    <dgm:pt modelId="{0CCE3769-A532-45BB-916C-7CC27E954738}">
      <dgm:prSet/>
      <dgm:spPr/>
      <dgm:t>
        <a:bodyPr/>
        <a:lstStyle/>
        <a:p>
          <a:r>
            <a:rPr lang="en-US"/>
            <a:t>Required to be Tested: 6215</a:t>
          </a:r>
        </a:p>
      </dgm:t>
    </dgm:pt>
    <dgm:pt modelId="{7A887377-FFF0-4A5E-99A1-E7660C07AEBF}" type="parTrans" cxnId="{ED499CAB-51AB-4812-B55F-FAF716AB12E6}">
      <dgm:prSet/>
      <dgm:spPr/>
      <dgm:t>
        <a:bodyPr/>
        <a:lstStyle/>
        <a:p>
          <a:endParaRPr lang="en-US"/>
        </a:p>
      </dgm:t>
    </dgm:pt>
    <dgm:pt modelId="{3231114A-BD7F-41C9-A678-07560F55C518}" type="sibTrans" cxnId="{ED499CAB-51AB-4812-B55F-FAF716AB12E6}">
      <dgm:prSet/>
      <dgm:spPr/>
      <dgm:t>
        <a:bodyPr/>
        <a:lstStyle/>
        <a:p>
          <a:endParaRPr lang="en-US"/>
        </a:p>
      </dgm:t>
    </dgm:pt>
    <dgm:pt modelId="{3B688E25-2FF1-4D75-AAAA-E33F1B70031E}">
      <dgm:prSet/>
      <dgm:spPr/>
      <dgm:t>
        <a:bodyPr/>
        <a:lstStyle/>
        <a:p>
          <a:r>
            <a:rPr lang="en-US"/>
            <a:t>Already Tested: 285 (4.6%)</a:t>
          </a:r>
        </a:p>
      </dgm:t>
    </dgm:pt>
    <dgm:pt modelId="{B815793E-D68E-42DE-88DD-7C163B826F75}" type="parTrans" cxnId="{417E9CA9-A1C0-47CB-B0AD-9402FABD7515}">
      <dgm:prSet/>
      <dgm:spPr/>
      <dgm:t>
        <a:bodyPr/>
        <a:lstStyle/>
        <a:p>
          <a:endParaRPr lang="en-US"/>
        </a:p>
      </dgm:t>
    </dgm:pt>
    <dgm:pt modelId="{5DB8B04E-FC18-4FE9-9D27-BB7C60F6B4FD}" type="sibTrans" cxnId="{417E9CA9-A1C0-47CB-B0AD-9402FABD7515}">
      <dgm:prSet/>
      <dgm:spPr/>
      <dgm:t>
        <a:bodyPr/>
        <a:lstStyle/>
        <a:p>
          <a:endParaRPr lang="en-US"/>
        </a:p>
      </dgm:t>
    </dgm:pt>
    <dgm:pt modelId="{6221384F-C9D6-451B-B6DA-DF235567A84B}">
      <dgm:prSet/>
      <dgm:spPr/>
      <dgm:t>
        <a:bodyPr/>
        <a:lstStyle/>
        <a:p>
          <a:r>
            <a:rPr lang="en-US"/>
            <a:t>Never Tested: 5930</a:t>
          </a:r>
        </a:p>
      </dgm:t>
    </dgm:pt>
    <dgm:pt modelId="{03B48CBA-93CD-4BDC-A337-71BFCD968E3B}" type="parTrans" cxnId="{80062045-5D06-44B6-ABFB-10A0B3D0BCB7}">
      <dgm:prSet/>
      <dgm:spPr/>
      <dgm:t>
        <a:bodyPr/>
        <a:lstStyle/>
        <a:p>
          <a:endParaRPr lang="en-US"/>
        </a:p>
      </dgm:t>
    </dgm:pt>
    <dgm:pt modelId="{E9C7D210-1850-4F52-8EC3-E316459A3CFD}" type="sibTrans" cxnId="{80062045-5D06-44B6-ABFB-10A0B3D0BCB7}">
      <dgm:prSet/>
      <dgm:spPr/>
      <dgm:t>
        <a:bodyPr/>
        <a:lstStyle/>
        <a:p>
          <a:endParaRPr lang="en-US"/>
        </a:p>
      </dgm:t>
    </dgm:pt>
    <dgm:pt modelId="{2D45DD9B-FA9A-4B7F-BF80-1DACE9A4FA55}">
      <dgm:prSet/>
      <dgm:spPr/>
      <dgm:t>
        <a:bodyPr/>
        <a:lstStyle/>
        <a:p>
          <a:r>
            <a:rPr lang="en-US" dirty="0"/>
            <a:t>Due for Testing: 5930</a:t>
          </a:r>
        </a:p>
      </dgm:t>
    </dgm:pt>
    <dgm:pt modelId="{4EF8BFBF-C212-4DF3-ADA1-D9FD9B79C645}" type="parTrans" cxnId="{5296EED8-0D6A-4CE0-A408-C2CB51B073D8}">
      <dgm:prSet/>
      <dgm:spPr/>
      <dgm:t>
        <a:bodyPr/>
        <a:lstStyle/>
        <a:p>
          <a:endParaRPr lang="en-US"/>
        </a:p>
      </dgm:t>
    </dgm:pt>
    <dgm:pt modelId="{365B52DF-49CB-40CA-9A23-47F0C6F79E8A}" type="sibTrans" cxnId="{5296EED8-0D6A-4CE0-A408-C2CB51B073D8}">
      <dgm:prSet/>
      <dgm:spPr/>
      <dgm:t>
        <a:bodyPr/>
        <a:lstStyle/>
        <a:p>
          <a:endParaRPr lang="en-US"/>
        </a:p>
      </dgm:t>
    </dgm:pt>
    <dgm:pt modelId="{B2A9989B-1ED3-44CB-A3A2-0F47B2C4E4DC}" type="pres">
      <dgm:prSet presAssocID="{D14F49C3-66C9-4F7C-8308-2761D095632E}" presName="root" presStyleCnt="0">
        <dgm:presLayoutVars>
          <dgm:dir/>
          <dgm:resizeHandles val="exact"/>
        </dgm:presLayoutVars>
      </dgm:prSet>
      <dgm:spPr/>
    </dgm:pt>
    <dgm:pt modelId="{C56962B0-ED58-4A21-A588-E60843034521}" type="pres">
      <dgm:prSet presAssocID="{B1736B0A-778B-4048-9B6C-5F8A4A0D95CF}" presName="compNode" presStyleCnt="0"/>
      <dgm:spPr/>
    </dgm:pt>
    <dgm:pt modelId="{87E6663C-DE95-471F-B705-0361BBBFD09F}" type="pres">
      <dgm:prSet presAssocID="{B1736B0A-778B-4048-9B6C-5F8A4A0D95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DF32A125-430A-4D99-A4B2-067CC09BD331}" type="pres">
      <dgm:prSet presAssocID="{B1736B0A-778B-4048-9B6C-5F8A4A0D95CF}" presName="spaceRect" presStyleCnt="0"/>
      <dgm:spPr/>
    </dgm:pt>
    <dgm:pt modelId="{86F8D021-7ABC-4947-8E46-AB65419335C0}" type="pres">
      <dgm:prSet presAssocID="{B1736B0A-778B-4048-9B6C-5F8A4A0D95CF}" presName="textRect" presStyleLbl="revTx" presStyleIdx="0" presStyleCnt="5">
        <dgm:presLayoutVars>
          <dgm:chMax val="1"/>
          <dgm:chPref val="1"/>
        </dgm:presLayoutVars>
      </dgm:prSet>
      <dgm:spPr/>
    </dgm:pt>
    <dgm:pt modelId="{E0FA3232-C256-421D-8E8A-13E6FC778447}" type="pres">
      <dgm:prSet presAssocID="{DFFB26B5-771C-4CEF-9E10-F403AB0E9B05}" presName="sibTrans" presStyleCnt="0"/>
      <dgm:spPr/>
    </dgm:pt>
    <dgm:pt modelId="{13216C25-2B3C-48A8-AF14-82E38058F712}" type="pres">
      <dgm:prSet presAssocID="{0CCE3769-A532-45BB-916C-7CC27E954738}" presName="compNode" presStyleCnt="0"/>
      <dgm:spPr/>
    </dgm:pt>
    <dgm:pt modelId="{BAA8D3B9-1B33-4D43-8692-E5A22C590E2A}" type="pres">
      <dgm:prSet presAssocID="{0CCE3769-A532-45BB-916C-7CC27E9547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9E30AF27-6F61-49AE-8E80-95DA776BE417}" type="pres">
      <dgm:prSet presAssocID="{0CCE3769-A532-45BB-916C-7CC27E954738}" presName="spaceRect" presStyleCnt="0"/>
      <dgm:spPr/>
    </dgm:pt>
    <dgm:pt modelId="{5A23E589-32F3-40FD-95B5-47E18C3B20D1}" type="pres">
      <dgm:prSet presAssocID="{0CCE3769-A532-45BB-916C-7CC27E954738}" presName="textRect" presStyleLbl="revTx" presStyleIdx="1" presStyleCnt="5">
        <dgm:presLayoutVars>
          <dgm:chMax val="1"/>
          <dgm:chPref val="1"/>
        </dgm:presLayoutVars>
      </dgm:prSet>
      <dgm:spPr/>
    </dgm:pt>
    <dgm:pt modelId="{B119D7DC-B73B-418C-8537-75B306FA64A1}" type="pres">
      <dgm:prSet presAssocID="{3231114A-BD7F-41C9-A678-07560F55C518}" presName="sibTrans" presStyleCnt="0"/>
      <dgm:spPr/>
    </dgm:pt>
    <dgm:pt modelId="{D1AB0C57-608C-4D91-B7E5-4C5FB86E0141}" type="pres">
      <dgm:prSet presAssocID="{3B688E25-2FF1-4D75-AAAA-E33F1B70031E}" presName="compNode" presStyleCnt="0"/>
      <dgm:spPr/>
    </dgm:pt>
    <dgm:pt modelId="{402EDFCB-526E-409A-B9E9-50B52B65D051}" type="pres">
      <dgm:prSet presAssocID="{3B688E25-2FF1-4D75-AAAA-E33F1B70031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dozer"/>
        </a:ext>
      </dgm:extLst>
    </dgm:pt>
    <dgm:pt modelId="{82BF44D6-9A88-4B07-A0BB-5FB6559AC9BD}" type="pres">
      <dgm:prSet presAssocID="{3B688E25-2FF1-4D75-AAAA-E33F1B70031E}" presName="spaceRect" presStyleCnt="0"/>
      <dgm:spPr/>
    </dgm:pt>
    <dgm:pt modelId="{C320B911-BC9A-4D17-8737-CE878363E82F}" type="pres">
      <dgm:prSet presAssocID="{3B688E25-2FF1-4D75-AAAA-E33F1B70031E}" presName="textRect" presStyleLbl="revTx" presStyleIdx="2" presStyleCnt="5">
        <dgm:presLayoutVars>
          <dgm:chMax val="1"/>
          <dgm:chPref val="1"/>
        </dgm:presLayoutVars>
      </dgm:prSet>
      <dgm:spPr/>
    </dgm:pt>
    <dgm:pt modelId="{71D81793-B243-4A1F-9821-7B56EE242D37}" type="pres">
      <dgm:prSet presAssocID="{5DB8B04E-FC18-4FE9-9D27-BB7C60F6B4FD}" presName="sibTrans" presStyleCnt="0"/>
      <dgm:spPr/>
    </dgm:pt>
    <dgm:pt modelId="{42EAF199-A94B-40C6-BCB0-43DD3BE43533}" type="pres">
      <dgm:prSet presAssocID="{6221384F-C9D6-451B-B6DA-DF235567A84B}" presName="compNode" presStyleCnt="0"/>
      <dgm:spPr/>
    </dgm:pt>
    <dgm:pt modelId="{A9A6C5A0-440F-4245-BBB3-642FED98AEC8}" type="pres">
      <dgm:prSet presAssocID="{6221384F-C9D6-451B-B6DA-DF235567A84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DD626C3-A68B-462B-84B7-34A5C14917A3}" type="pres">
      <dgm:prSet presAssocID="{6221384F-C9D6-451B-B6DA-DF235567A84B}" presName="spaceRect" presStyleCnt="0"/>
      <dgm:spPr/>
    </dgm:pt>
    <dgm:pt modelId="{6EF7E781-04B9-403F-B675-F364FDDFD80C}" type="pres">
      <dgm:prSet presAssocID="{6221384F-C9D6-451B-B6DA-DF235567A84B}" presName="textRect" presStyleLbl="revTx" presStyleIdx="3" presStyleCnt="5">
        <dgm:presLayoutVars>
          <dgm:chMax val="1"/>
          <dgm:chPref val="1"/>
        </dgm:presLayoutVars>
      </dgm:prSet>
      <dgm:spPr/>
    </dgm:pt>
    <dgm:pt modelId="{CBF27C4F-04D4-49E2-B7CE-1222B01AEF4B}" type="pres">
      <dgm:prSet presAssocID="{E9C7D210-1850-4F52-8EC3-E316459A3CFD}" presName="sibTrans" presStyleCnt="0"/>
      <dgm:spPr/>
    </dgm:pt>
    <dgm:pt modelId="{9DA18E05-D79D-4030-8E88-110C44724290}" type="pres">
      <dgm:prSet presAssocID="{2D45DD9B-FA9A-4B7F-BF80-1DACE9A4FA55}" presName="compNode" presStyleCnt="0"/>
      <dgm:spPr/>
    </dgm:pt>
    <dgm:pt modelId="{D0930E1C-C163-4412-B196-3FC3904C93A0}" type="pres">
      <dgm:prSet presAssocID="{2D45DD9B-FA9A-4B7F-BF80-1DACE9A4FA5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464653D-84D3-4836-8004-E07F85EC9E6E}" type="pres">
      <dgm:prSet presAssocID="{2D45DD9B-FA9A-4B7F-BF80-1DACE9A4FA55}" presName="spaceRect" presStyleCnt="0"/>
      <dgm:spPr/>
    </dgm:pt>
    <dgm:pt modelId="{E38FEE0C-56F4-4B3F-80FF-5728459D8944}" type="pres">
      <dgm:prSet presAssocID="{2D45DD9B-FA9A-4B7F-BF80-1DACE9A4FA5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EE40B01-741B-4544-8E19-177E61AA4695}" srcId="{D14F49C3-66C9-4F7C-8308-2761D095632E}" destId="{B1736B0A-778B-4048-9B6C-5F8A4A0D95CF}" srcOrd="0" destOrd="0" parTransId="{916DF326-8841-4A3B-9F49-F89E852542D6}" sibTransId="{DFFB26B5-771C-4CEF-9E10-F403AB0E9B05}"/>
    <dgm:cxn modelId="{D69ADC0F-787C-4162-93B6-8B7A02213C7F}" type="presOf" srcId="{3B688E25-2FF1-4D75-AAAA-E33F1B70031E}" destId="{C320B911-BC9A-4D17-8737-CE878363E82F}" srcOrd="0" destOrd="0" presId="urn:microsoft.com/office/officeart/2018/2/layout/IconLabelList"/>
    <dgm:cxn modelId="{80062045-5D06-44B6-ABFB-10A0B3D0BCB7}" srcId="{D14F49C3-66C9-4F7C-8308-2761D095632E}" destId="{6221384F-C9D6-451B-B6DA-DF235567A84B}" srcOrd="3" destOrd="0" parTransId="{03B48CBA-93CD-4BDC-A337-71BFCD968E3B}" sibTransId="{E9C7D210-1850-4F52-8EC3-E316459A3CFD}"/>
    <dgm:cxn modelId="{094C127A-B6FA-48C4-9CA8-CB4A8837397E}" type="presOf" srcId="{6221384F-C9D6-451B-B6DA-DF235567A84B}" destId="{6EF7E781-04B9-403F-B675-F364FDDFD80C}" srcOrd="0" destOrd="0" presId="urn:microsoft.com/office/officeart/2018/2/layout/IconLabelList"/>
    <dgm:cxn modelId="{835E5884-3475-4333-A3F8-85B0E6E5092E}" type="presOf" srcId="{2D45DD9B-FA9A-4B7F-BF80-1DACE9A4FA55}" destId="{E38FEE0C-56F4-4B3F-80FF-5728459D8944}" srcOrd="0" destOrd="0" presId="urn:microsoft.com/office/officeart/2018/2/layout/IconLabelList"/>
    <dgm:cxn modelId="{417E9CA9-A1C0-47CB-B0AD-9402FABD7515}" srcId="{D14F49C3-66C9-4F7C-8308-2761D095632E}" destId="{3B688E25-2FF1-4D75-AAAA-E33F1B70031E}" srcOrd="2" destOrd="0" parTransId="{B815793E-D68E-42DE-88DD-7C163B826F75}" sibTransId="{5DB8B04E-FC18-4FE9-9D27-BB7C60F6B4FD}"/>
    <dgm:cxn modelId="{767850AA-9E05-4A6F-92F0-870EA966FCAF}" type="presOf" srcId="{0CCE3769-A532-45BB-916C-7CC27E954738}" destId="{5A23E589-32F3-40FD-95B5-47E18C3B20D1}" srcOrd="0" destOrd="0" presId="urn:microsoft.com/office/officeart/2018/2/layout/IconLabelList"/>
    <dgm:cxn modelId="{ED499CAB-51AB-4812-B55F-FAF716AB12E6}" srcId="{D14F49C3-66C9-4F7C-8308-2761D095632E}" destId="{0CCE3769-A532-45BB-916C-7CC27E954738}" srcOrd="1" destOrd="0" parTransId="{7A887377-FFF0-4A5E-99A1-E7660C07AEBF}" sibTransId="{3231114A-BD7F-41C9-A678-07560F55C518}"/>
    <dgm:cxn modelId="{AED0EEC3-F1EA-4BA9-9B50-9828BD414A01}" type="presOf" srcId="{D14F49C3-66C9-4F7C-8308-2761D095632E}" destId="{B2A9989B-1ED3-44CB-A3A2-0F47B2C4E4DC}" srcOrd="0" destOrd="0" presId="urn:microsoft.com/office/officeart/2018/2/layout/IconLabelList"/>
    <dgm:cxn modelId="{0FC165D0-2A21-41C4-AF8E-2C6AA5B7039A}" type="presOf" srcId="{B1736B0A-778B-4048-9B6C-5F8A4A0D95CF}" destId="{86F8D021-7ABC-4947-8E46-AB65419335C0}" srcOrd="0" destOrd="0" presId="urn:microsoft.com/office/officeart/2018/2/layout/IconLabelList"/>
    <dgm:cxn modelId="{5296EED8-0D6A-4CE0-A408-C2CB51B073D8}" srcId="{D14F49C3-66C9-4F7C-8308-2761D095632E}" destId="{2D45DD9B-FA9A-4B7F-BF80-1DACE9A4FA55}" srcOrd="4" destOrd="0" parTransId="{4EF8BFBF-C212-4DF3-ADA1-D9FD9B79C645}" sibTransId="{365B52DF-49CB-40CA-9A23-47F0C6F79E8A}"/>
    <dgm:cxn modelId="{CA0F19F6-4C5F-4DFB-B0F4-F7D44E9B0723}" type="presParOf" srcId="{B2A9989B-1ED3-44CB-A3A2-0F47B2C4E4DC}" destId="{C56962B0-ED58-4A21-A588-E60843034521}" srcOrd="0" destOrd="0" presId="urn:microsoft.com/office/officeart/2018/2/layout/IconLabelList"/>
    <dgm:cxn modelId="{6EBCA236-D88B-4719-9071-E385096CCC4A}" type="presParOf" srcId="{C56962B0-ED58-4A21-A588-E60843034521}" destId="{87E6663C-DE95-471F-B705-0361BBBFD09F}" srcOrd="0" destOrd="0" presId="urn:microsoft.com/office/officeart/2018/2/layout/IconLabelList"/>
    <dgm:cxn modelId="{2E3B5505-4D67-468F-AA7A-95C15601835D}" type="presParOf" srcId="{C56962B0-ED58-4A21-A588-E60843034521}" destId="{DF32A125-430A-4D99-A4B2-067CC09BD331}" srcOrd="1" destOrd="0" presId="urn:microsoft.com/office/officeart/2018/2/layout/IconLabelList"/>
    <dgm:cxn modelId="{2568BE69-4B69-472D-95FF-CB9E8B98E424}" type="presParOf" srcId="{C56962B0-ED58-4A21-A588-E60843034521}" destId="{86F8D021-7ABC-4947-8E46-AB65419335C0}" srcOrd="2" destOrd="0" presId="urn:microsoft.com/office/officeart/2018/2/layout/IconLabelList"/>
    <dgm:cxn modelId="{C57FEB3B-8693-4565-B183-8F0A9053955F}" type="presParOf" srcId="{B2A9989B-1ED3-44CB-A3A2-0F47B2C4E4DC}" destId="{E0FA3232-C256-421D-8E8A-13E6FC778447}" srcOrd="1" destOrd="0" presId="urn:microsoft.com/office/officeart/2018/2/layout/IconLabelList"/>
    <dgm:cxn modelId="{2667E7F0-00CC-46C8-92F3-8E7142A3CAB3}" type="presParOf" srcId="{B2A9989B-1ED3-44CB-A3A2-0F47B2C4E4DC}" destId="{13216C25-2B3C-48A8-AF14-82E38058F712}" srcOrd="2" destOrd="0" presId="urn:microsoft.com/office/officeart/2018/2/layout/IconLabelList"/>
    <dgm:cxn modelId="{DE305A28-248F-451A-9492-DB1FFF14280B}" type="presParOf" srcId="{13216C25-2B3C-48A8-AF14-82E38058F712}" destId="{BAA8D3B9-1B33-4D43-8692-E5A22C590E2A}" srcOrd="0" destOrd="0" presId="urn:microsoft.com/office/officeart/2018/2/layout/IconLabelList"/>
    <dgm:cxn modelId="{3F7C8BA6-A583-4121-A4D0-813E43246292}" type="presParOf" srcId="{13216C25-2B3C-48A8-AF14-82E38058F712}" destId="{9E30AF27-6F61-49AE-8E80-95DA776BE417}" srcOrd="1" destOrd="0" presId="urn:microsoft.com/office/officeart/2018/2/layout/IconLabelList"/>
    <dgm:cxn modelId="{B2E8FCBF-F60B-4BF9-89FD-D02C46D51337}" type="presParOf" srcId="{13216C25-2B3C-48A8-AF14-82E38058F712}" destId="{5A23E589-32F3-40FD-95B5-47E18C3B20D1}" srcOrd="2" destOrd="0" presId="urn:microsoft.com/office/officeart/2018/2/layout/IconLabelList"/>
    <dgm:cxn modelId="{7C376548-7EC5-4E75-9081-182044687DF1}" type="presParOf" srcId="{B2A9989B-1ED3-44CB-A3A2-0F47B2C4E4DC}" destId="{B119D7DC-B73B-418C-8537-75B306FA64A1}" srcOrd="3" destOrd="0" presId="urn:microsoft.com/office/officeart/2018/2/layout/IconLabelList"/>
    <dgm:cxn modelId="{525FE6A3-D32C-483E-8BCB-C4E5D62B6587}" type="presParOf" srcId="{B2A9989B-1ED3-44CB-A3A2-0F47B2C4E4DC}" destId="{D1AB0C57-608C-4D91-B7E5-4C5FB86E0141}" srcOrd="4" destOrd="0" presId="urn:microsoft.com/office/officeart/2018/2/layout/IconLabelList"/>
    <dgm:cxn modelId="{CC6FC408-1437-481C-B180-45C02AA71CDC}" type="presParOf" srcId="{D1AB0C57-608C-4D91-B7E5-4C5FB86E0141}" destId="{402EDFCB-526E-409A-B9E9-50B52B65D051}" srcOrd="0" destOrd="0" presId="urn:microsoft.com/office/officeart/2018/2/layout/IconLabelList"/>
    <dgm:cxn modelId="{293588D5-6ECA-4B48-84C8-44E02F0B9A28}" type="presParOf" srcId="{D1AB0C57-608C-4D91-B7E5-4C5FB86E0141}" destId="{82BF44D6-9A88-4B07-A0BB-5FB6559AC9BD}" srcOrd="1" destOrd="0" presId="urn:microsoft.com/office/officeart/2018/2/layout/IconLabelList"/>
    <dgm:cxn modelId="{9884F0B4-5B57-45D7-9EF0-D90F6019CE62}" type="presParOf" srcId="{D1AB0C57-608C-4D91-B7E5-4C5FB86E0141}" destId="{C320B911-BC9A-4D17-8737-CE878363E82F}" srcOrd="2" destOrd="0" presId="urn:microsoft.com/office/officeart/2018/2/layout/IconLabelList"/>
    <dgm:cxn modelId="{B60C4D2F-8C6C-4B94-934F-C165611FD30C}" type="presParOf" srcId="{B2A9989B-1ED3-44CB-A3A2-0F47B2C4E4DC}" destId="{71D81793-B243-4A1F-9821-7B56EE242D37}" srcOrd="5" destOrd="0" presId="urn:microsoft.com/office/officeart/2018/2/layout/IconLabelList"/>
    <dgm:cxn modelId="{B3CA6DAE-E3DA-4662-8003-7CD3419D05F9}" type="presParOf" srcId="{B2A9989B-1ED3-44CB-A3A2-0F47B2C4E4DC}" destId="{42EAF199-A94B-40C6-BCB0-43DD3BE43533}" srcOrd="6" destOrd="0" presId="urn:microsoft.com/office/officeart/2018/2/layout/IconLabelList"/>
    <dgm:cxn modelId="{71FB8166-3150-4198-A394-66B1BF6E6AC7}" type="presParOf" srcId="{42EAF199-A94B-40C6-BCB0-43DD3BE43533}" destId="{A9A6C5A0-440F-4245-BBB3-642FED98AEC8}" srcOrd="0" destOrd="0" presId="urn:microsoft.com/office/officeart/2018/2/layout/IconLabelList"/>
    <dgm:cxn modelId="{C43F9570-7EDE-464C-A68B-A9BBF7A5184E}" type="presParOf" srcId="{42EAF199-A94B-40C6-BCB0-43DD3BE43533}" destId="{9DD626C3-A68B-462B-84B7-34A5C14917A3}" srcOrd="1" destOrd="0" presId="urn:microsoft.com/office/officeart/2018/2/layout/IconLabelList"/>
    <dgm:cxn modelId="{BFD39AB7-48AA-4F95-BB58-CEE92D413BC4}" type="presParOf" srcId="{42EAF199-A94B-40C6-BCB0-43DD3BE43533}" destId="{6EF7E781-04B9-403F-B675-F364FDDFD80C}" srcOrd="2" destOrd="0" presId="urn:microsoft.com/office/officeart/2018/2/layout/IconLabelList"/>
    <dgm:cxn modelId="{0D50A9BA-DCE8-4437-82DF-44730586CAA6}" type="presParOf" srcId="{B2A9989B-1ED3-44CB-A3A2-0F47B2C4E4DC}" destId="{CBF27C4F-04D4-49E2-B7CE-1222B01AEF4B}" srcOrd="7" destOrd="0" presId="urn:microsoft.com/office/officeart/2018/2/layout/IconLabelList"/>
    <dgm:cxn modelId="{FD0B8440-5C9A-4AFF-B4B8-D5384FE25068}" type="presParOf" srcId="{B2A9989B-1ED3-44CB-A3A2-0F47B2C4E4DC}" destId="{9DA18E05-D79D-4030-8E88-110C44724290}" srcOrd="8" destOrd="0" presId="urn:microsoft.com/office/officeart/2018/2/layout/IconLabelList"/>
    <dgm:cxn modelId="{9F7A9232-0E82-4CBA-B188-DDE1A9EA9481}" type="presParOf" srcId="{9DA18E05-D79D-4030-8E88-110C44724290}" destId="{D0930E1C-C163-4412-B196-3FC3904C93A0}" srcOrd="0" destOrd="0" presId="urn:microsoft.com/office/officeart/2018/2/layout/IconLabelList"/>
    <dgm:cxn modelId="{6664C4C9-88ED-48EF-ABB4-E10C1EEBB4F0}" type="presParOf" srcId="{9DA18E05-D79D-4030-8E88-110C44724290}" destId="{7464653D-84D3-4836-8004-E07F85EC9E6E}" srcOrd="1" destOrd="0" presId="urn:microsoft.com/office/officeart/2018/2/layout/IconLabelList"/>
    <dgm:cxn modelId="{71CE8023-B948-4667-9A43-98A061CA9194}" type="presParOf" srcId="{9DA18E05-D79D-4030-8E88-110C44724290}" destId="{E38FEE0C-56F4-4B3F-80FF-5728459D894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7DE97-4CC2-407B-83C6-A098821E72EF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FA6EA-E989-44C1-9DFA-482C056CF9AC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A4ED6-8553-44DA-A856-45376BA25D56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Report Year: 2025</a:t>
          </a:r>
          <a:endParaRPr lang="en-US" sz="1900" kern="1200"/>
        </a:p>
      </dsp:txBody>
      <dsp:txXfrm>
        <a:off x="889864" y="1808"/>
        <a:ext cx="3794084" cy="770445"/>
      </dsp:txXfrm>
    </dsp:sp>
    <dsp:sp modelId="{1CBF1342-D07C-49F0-B63E-63A058207CCF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C9E5B-1060-4CF8-96E1-60EC806B808C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ACA50-C6AF-400D-A663-DE94F4E7483A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📊 Total Trainings: 939</a:t>
          </a:r>
        </a:p>
      </dsp:txBody>
      <dsp:txXfrm>
        <a:off x="889864" y="964865"/>
        <a:ext cx="3794084" cy="770445"/>
      </dsp:txXfrm>
    </dsp:sp>
    <dsp:sp modelId="{27F054CF-2332-4FDA-B4BE-A8B132D797C0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C8070-D43D-4A37-9E64-C47714932748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2EB22-4CA8-4DB8-BC04-12D68F71A081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👥 Total Staff: 6809</a:t>
          </a:r>
        </a:p>
      </dsp:txBody>
      <dsp:txXfrm>
        <a:off x="889864" y="1927922"/>
        <a:ext cx="3794084" cy="770445"/>
      </dsp:txXfrm>
    </dsp:sp>
    <dsp:sp modelId="{1FE98CFD-9FBD-4420-94B7-592E431AEC0A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9F969-2662-4AF5-B7D1-0E7BA26322F1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36E4B-1926-4BF4-BE93-93E5805A4F6D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Staff Trained: 723</a:t>
          </a:r>
        </a:p>
      </dsp:txBody>
      <dsp:txXfrm>
        <a:off x="889864" y="2890979"/>
        <a:ext cx="3794084" cy="770445"/>
      </dsp:txXfrm>
    </dsp:sp>
    <dsp:sp modelId="{F0401C55-03D0-415D-9807-8C8846098931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A785A-80CF-47C6-93B2-F8B7B00E6704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24D7E-B44F-405E-8152-5D864E661B61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🏪 Stores Trained: 280</a:t>
          </a:r>
        </a:p>
      </dsp:txBody>
      <dsp:txXfrm>
        <a:off x="889864" y="3854036"/>
        <a:ext cx="3794084" cy="770445"/>
      </dsp:txXfrm>
    </dsp:sp>
    <dsp:sp modelId="{57DE02F1-684D-4567-AABA-7D0FE9524715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B698D-945B-487C-8405-0A570C3A31F1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771E2-032E-478E-A129-904B9C19359F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⏰ Pending Trainings: 5826</a:t>
          </a:r>
        </a:p>
      </dsp:txBody>
      <dsp:txXfrm>
        <a:off x="889864" y="4817093"/>
        <a:ext cx="3794084" cy="770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6663C-DE95-471F-B705-0361BBBFD09F}">
      <dsp:nvSpPr>
        <dsp:cNvPr id="0" name=""/>
        <dsp:cNvSpPr/>
      </dsp:nvSpPr>
      <dsp:spPr>
        <a:xfrm>
          <a:off x="1235856" y="394865"/>
          <a:ext cx="662080" cy="662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8D021-7ABC-4947-8E46-AB65419335C0}">
      <dsp:nvSpPr>
        <dsp:cNvPr id="0" name=""/>
        <dsp:cNvSpPr/>
      </dsp:nvSpPr>
      <dsp:spPr>
        <a:xfrm>
          <a:off x="831251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Food Handlers / Food Safety Training Status</a:t>
          </a:r>
          <a:endParaRPr lang="en-US" sz="1400" kern="1200"/>
        </a:p>
      </dsp:txBody>
      <dsp:txXfrm>
        <a:off x="831251" y="1306405"/>
        <a:ext cx="1471289" cy="588515"/>
      </dsp:txXfrm>
    </dsp:sp>
    <dsp:sp modelId="{BAA8D3B9-1B33-4D43-8692-E5A22C590E2A}">
      <dsp:nvSpPr>
        <dsp:cNvPr id="0" name=""/>
        <dsp:cNvSpPr/>
      </dsp:nvSpPr>
      <dsp:spPr>
        <a:xfrm>
          <a:off x="2964621" y="394865"/>
          <a:ext cx="662080" cy="662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3E589-32F3-40FD-95B5-47E18C3B20D1}">
      <dsp:nvSpPr>
        <dsp:cNvPr id="0" name=""/>
        <dsp:cNvSpPr/>
      </dsp:nvSpPr>
      <dsp:spPr>
        <a:xfrm>
          <a:off x="2560016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Required to be Tested: 6215</a:t>
          </a:r>
        </a:p>
      </dsp:txBody>
      <dsp:txXfrm>
        <a:off x="2560016" y="1306405"/>
        <a:ext cx="1471289" cy="588515"/>
      </dsp:txXfrm>
    </dsp:sp>
    <dsp:sp modelId="{402EDFCB-526E-409A-B9E9-50B52B65D051}">
      <dsp:nvSpPr>
        <dsp:cNvPr id="0" name=""/>
        <dsp:cNvSpPr/>
      </dsp:nvSpPr>
      <dsp:spPr>
        <a:xfrm>
          <a:off x="4693385" y="394865"/>
          <a:ext cx="662080" cy="662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0B911-BC9A-4D17-8737-CE878363E82F}">
      <dsp:nvSpPr>
        <dsp:cNvPr id="0" name=""/>
        <dsp:cNvSpPr/>
      </dsp:nvSpPr>
      <dsp:spPr>
        <a:xfrm>
          <a:off x="4288781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Already Tested: 285 (4.6%)</a:t>
          </a:r>
        </a:p>
      </dsp:txBody>
      <dsp:txXfrm>
        <a:off x="4288781" y="1306405"/>
        <a:ext cx="1471289" cy="588515"/>
      </dsp:txXfrm>
    </dsp:sp>
    <dsp:sp modelId="{A9A6C5A0-440F-4245-BBB3-642FED98AEC8}">
      <dsp:nvSpPr>
        <dsp:cNvPr id="0" name=""/>
        <dsp:cNvSpPr/>
      </dsp:nvSpPr>
      <dsp:spPr>
        <a:xfrm>
          <a:off x="6422150" y="394865"/>
          <a:ext cx="662080" cy="6620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7E781-04B9-403F-B675-F364FDDFD80C}">
      <dsp:nvSpPr>
        <dsp:cNvPr id="0" name=""/>
        <dsp:cNvSpPr/>
      </dsp:nvSpPr>
      <dsp:spPr>
        <a:xfrm>
          <a:off x="6017545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Never Tested: 5930</a:t>
          </a:r>
        </a:p>
      </dsp:txBody>
      <dsp:txXfrm>
        <a:off x="6017545" y="1306405"/>
        <a:ext cx="1471289" cy="588515"/>
      </dsp:txXfrm>
    </dsp:sp>
    <dsp:sp modelId="{D0930E1C-C163-4412-B196-3FC3904C93A0}">
      <dsp:nvSpPr>
        <dsp:cNvPr id="0" name=""/>
        <dsp:cNvSpPr/>
      </dsp:nvSpPr>
      <dsp:spPr>
        <a:xfrm>
          <a:off x="3829003" y="2262743"/>
          <a:ext cx="662080" cy="6620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FEE0C-56F4-4B3F-80FF-5728459D8944}">
      <dsp:nvSpPr>
        <dsp:cNvPr id="0" name=""/>
        <dsp:cNvSpPr/>
      </dsp:nvSpPr>
      <dsp:spPr>
        <a:xfrm>
          <a:off x="3424398" y="317428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Due for Testing: 5930</a:t>
          </a:r>
        </a:p>
      </dsp:txBody>
      <dsp:txXfrm>
        <a:off x="3424398" y="3174283"/>
        <a:ext cx="1471289" cy="588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en-US" sz="6300"/>
              <a:t>Food Concepts Training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Comprehensive Training Analytics</a:t>
            </a:r>
          </a:p>
          <a:p>
            <a:pPr>
              <a:lnSpc>
                <a:spcPct val="90000"/>
              </a:lnSpc>
            </a:pPr>
            <a:r>
              <a:rPr lang="en-US" sz="1800"/>
              <a:t>Generated: October 26, 2025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Executive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CDEA8F-58D4-FA6E-AEFD-14B3B3D8F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261002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Frequency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52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2025-02-13 to 2025-09-30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&amp;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2025-09-26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2025-09-25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2025-03-25 to 2025-04-29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&amp;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2025-09-03 to 2025-09-05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5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Stores Training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 b="1"/>
            </a:pPr>
            <a:r>
              <a:rPr dirty="0"/>
              <a:t>Total Stores: 577</a:t>
            </a:r>
          </a:p>
          <a:p>
            <a:endParaRPr dirty="0"/>
          </a:p>
          <a:p>
            <a:pPr>
              <a:defRPr sz="1800">
                <a:solidFill>
                  <a:srgbClr val="008000"/>
                </a:solidFill>
              </a:defRPr>
            </a:pPr>
            <a:r>
              <a:rPr dirty="0"/>
              <a:t>✅ Stores Trained: 280 (48.5%)</a:t>
            </a:r>
          </a:p>
          <a:p>
            <a:pPr>
              <a:defRPr sz="1800">
                <a:solidFill>
                  <a:srgbClr val="FF4500"/>
                </a:solidFill>
              </a:defRPr>
            </a:pPr>
            <a:r>
              <a:rPr dirty="0"/>
              <a:t>⏳ Stores Pending: 297 (51.5%)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87A24F9-F1AE-41B3-14D7-43A17B419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668693"/>
              </p:ext>
            </p:extLst>
          </p:nvPr>
        </p:nvGraphicFramePr>
        <p:xfrm>
          <a:off x="2740152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r>
              <a:rPr lang="en-US" sz="3000"/>
              <a:t>Staff Participation 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2684095"/>
            <a:ext cx="3332365" cy="3492868"/>
          </a:xfrm>
        </p:spPr>
        <p:txBody>
          <a:bodyPr>
            <a:normAutofit/>
          </a:bodyPr>
          <a:lstStyle/>
          <a:p>
            <a:endParaRPr lang="en-US" sz="1600"/>
          </a:p>
          <a:p>
            <a:pPr>
              <a:defRPr sz="2000" b="0"/>
            </a:pPr>
            <a:r>
              <a:rPr lang="en-US" sz="1600"/>
              <a:t>Total Eligible Staff: 6215</a:t>
            </a:r>
          </a:p>
          <a:p>
            <a:pPr>
              <a:defRPr sz="1800" b="1"/>
            </a:pPr>
            <a:r>
              <a:rPr lang="en-US" sz="1600"/>
              <a:t>Participated: 723 (11.6%</a:t>
            </a:r>
          </a:p>
          <a:p>
            <a:pPr>
              <a:defRPr sz="1800" b="0"/>
            </a:pPr>
            <a:r>
              <a:rPr lang="en-US" sz="1600"/>
              <a:t>Not Participated: 5492</a:t>
            </a:r>
          </a:p>
          <a:p>
            <a:pPr>
              <a:defRPr sz="1800" b="0"/>
            </a:pPr>
            <a:r>
              <a:rPr lang="en-US" sz="1600"/>
              <a:t>Participation Rate 11.6%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2C009D-33DC-8E38-CE60-81AE08143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5489598"/>
              </p:ext>
            </p:extLst>
          </p:nvPr>
        </p:nvGraphicFramePr>
        <p:xfrm>
          <a:off x="4039362" y="625683"/>
          <a:ext cx="4830318" cy="5551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/>
              <a:t>Food Safety Compliance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45DFC0-C0AA-53D9-7A78-01A3F1893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2323577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Compliance Dashboard - All Required Trainings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by Venue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4591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Training Trends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977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Staff Yet to be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defRPr sz="2000" b="1">
                <a:solidFill>
                  <a:srgbClr val="FF4500"/>
                </a:solidFill>
              </a:defRPr>
            </a:pPr>
            <a:r>
              <a:rPr lang="en-US" dirty="0"/>
              <a:t>Total Staff Needing Training: 5826</a:t>
            </a:r>
          </a:p>
          <a:p>
            <a:endParaRPr lang="en-US" dirty="0"/>
          </a:p>
          <a:p>
            <a:pPr>
              <a:defRPr sz="1400"/>
            </a:pPr>
            <a:r>
              <a:rPr lang="en-US" dirty="0"/>
              <a:t>These staff members are missing required trainings and are not on probation.</a:t>
            </a:r>
          </a:p>
          <a:p>
            <a:pPr marL="0" indent="0">
              <a:buNone/>
            </a:pPr>
            <a:endParaRPr lang="en-US" dirty="0"/>
          </a:p>
          <a:p>
            <a:pPr>
              <a:defRPr sz="1600" b="1"/>
            </a:pPr>
            <a:r>
              <a:rPr lang="en-US" dirty="0"/>
              <a:t>Top Departments:</a:t>
            </a:r>
          </a:p>
          <a:p>
            <a:pPr lvl="1">
              <a:defRPr sz="1400"/>
            </a:pPr>
            <a:r>
              <a:rPr lang="en-US" dirty="0"/>
              <a:t>  • OPERATIONS: 5150 staff</a:t>
            </a:r>
          </a:p>
          <a:p>
            <a:pPr lvl="1">
              <a:defRPr sz="1400"/>
            </a:pPr>
            <a:r>
              <a:rPr lang="en-US" dirty="0"/>
              <a:t>  • nan: 336 staff</a:t>
            </a:r>
          </a:p>
          <a:p>
            <a:pPr lvl="1">
              <a:defRPr sz="1400"/>
            </a:pPr>
            <a:r>
              <a:rPr lang="en-US" dirty="0"/>
              <a:t>  • SCD Operations: 115 staff</a:t>
            </a:r>
          </a:p>
          <a:p>
            <a:pPr lvl="1">
              <a:defRPr sz="1400"/>
            </a:pPr>
            <a:r>
              <a:rPr lang="en-US" dirty="0"/>
              <a:t>  • Human Resources: 87 staff</a:t>
            </a:r>
          </a:p>
          <a:p>
            <a:pPr lvl="1">
              <a:defRPr sz="1400"/>
            </a:pPr>
            <a:r>
              <a:rPr lang="en-US" dirty="0"/>
              <a:t>  • Quality &amp; Assurance: 48 staff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297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Food Concepts Training Report</vt:lpstr>
      <vt:lpstr>Executive Summary</vt:lpstr>
      <vt:lpstr>Training Frequency</vt:lpstr>
      <vt:lpstr>Stores Training Coverage</vt:lpstr>
      <vt:lpstr>Staff Participation Analysis</vt:lpstr>
      <vt:lpstr>Food Safety Compliance</vt:lpstr>
      <vt:lpstr>Compliance Dashboard - All Required Trainings</vt:lpstr>
      <vt:lpstr>Training by Venue</vt:lpstr>
      <vt:lpstr>Monthly Training Trends (2025)</vt:lpstr>
      <vt:lpstr>Staff Yet to be Trained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Dare Olatunji</cp:lastModifiedBy>
  <cp:revision>3</cp:revision>
  <dcterms:created xsi:type="dcterms:W3CDTF">2013-01-27T09:14:16Z</dcterms:created>
  <dcterms:modified xsi:type="dcterms:W3CDTF">2025-10-26T22:28:12Z</dcterms:modified>
  <cp:category/>
</cp:coreProperties>
</file>
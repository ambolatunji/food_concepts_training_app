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Food Concepts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Training Analytics</a:t>
            </a:r>
          </a:p>
          <a:p>
            <a:r>
              <a:t>Generated: October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Report Year: 2025</a:t>
            </a:r>
          </a:p>
          <a:p/>
          <a:p>
            <a:pPr>
              <a:defRPr sz="1600"/>
            </a:pPr>
            <a:r>
              <a:t>📊 Total Trainings: 1370</a:t>
            </a:r>
          </a:p>
          <a:p>
            <a:pPr>
              <a:defRPr sz="1600"/>
            </a:pPr>
            <a:r>
              <a:t>👥 Total Staff: 8561</a:t>
            </a:r>
          </a:p>
          <a:p>
            <a:pPr>
              <a:defRPr sz="1600"/>
            </a:pPr>
            <a:r>
              <a:t>✅ Staff Trained: 883</a:t>
            </a:r>
          </a:p>
          <a:p>
            <a:pPr>
              <a:defRPr sz="1600"/>
            </a:pPr>
            <a:r>
              <a:t>🏪 Stores Trained: 314</a:t>
            </a:r>
          </a:p>
          <a:p>
            <a:pPr>
              <a:defRPr sz="1600"/>
            </a:pPr>
            <a:r>
              <a:t>⏰ Pending Trainings: 6349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Frequency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16523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2025-02-19 to 2025-10-23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2025-02-13 to 2025-09-30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And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2025-09-26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2025-09-25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2025-03-25 to 2025-04-29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Training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Total Stores: 605</a:t>
            </a:r>
          </a:p>
          <a:p/>
          <a:p>
            <a:pPr>
              <a:defRPr sz="1800">
                <a:solidFill>
                  <a:srgbClr val="008000"/>
                </a:solidFill>
              </a:defRPr>
            </a:pPr>
            <a:r>
              <a:t>✅ Stores Trained: 314 (51.9%)</a:t>
            </a:r>
          </a:p>
          <a:p>
            <a:pPr>
              <a:defRPr sz="1800">
                <a:solidFill>
                  <a:srgbClr val="FF4500"/>
                </a:solidFill>
              </a:defRPr>
            </a:pPr>
            <a:r>
              <a:t>⏳ Stores Pending: 291 (48.1%)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Participation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/>
            </a:pPr>
            <a:r>
              <a:t>Total Eligible Staff: 7359</a:t>
            </a:r>
          </a:p>
          <a:p/>
          <a:p>
            <a:pPr>
              <a:defRPr sz="1800" b="1"/>
            </a:pPr>
            <a:r>
              <a:t>Participated: 883 (12.0%)</a:t>
            </a:r>
          </a:p>
          <a:p/>
          <a:p>
            <a:pPr>
              <a:defRPr sz="1800" b="0"/>
            </a:pPr>
            <a:r>
              <a:t>Not Participated: 6476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Safety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Food Handlers / Food Safety Training Status</a:t>
            </a:r>
          </a:p>
          <a:p/>
          <a:p>
            <a:pPr>
              <a:defRPr sz="1600"/>
            </a:pPr>
            <a:r>
              <a:t>Required to be Tested: 7359</a:t>
            </a:r>
          </a:p>
          <a:p>
            <a:pPr>
              <a:defRPr sz="1600"/>
            </a:pPr>
            <a:r>
              <a:t>Already Tested: 285 (3.9%)</a:t>
            </a:r>
          </a:p>
          <a:p>
            <a:pPr>
              <a:defRPr sz="1600"/>
            </a:pPr>
            <a:r>
              <a:t>Never Tested: 7074</a:t>
            </a:r>
          </a:p>
          <a:p>
            <a:pPr>
              <a:defRPr sz="1600"/>
            </a:pPr>
            <a:r>
              <a:t>Due for Testing: 7074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Dashboard - All Required Trainings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by Venue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4591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Training Coverage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6146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Trainings by Region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Training Trends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Yet to be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FF4500"/>
                </a:solidFill>
              </a:defRPr>
            </a:pPr>
            <a:r>
              <a:t>Total Staff Needing Training: 6349</a:t>
            </a:r>
          </a:p>
          <a:p/>
          <a:p>
            <a:pPr>
              <a:defRPr sz="1400"/>
            </a:pPr>
            <a:r>
              <a:t>These staff members are missing required trainings and are not on probation.</a:t>
            </a:r>
          </a:p>
          <a:p/>
          <a:p>
            <a:pPr>
              <a:defRPr sz="1600" b="1"/>
            </a:pPr>
            <a:r>
              <a:t>Top Departments:</a:t>
            </a:r>
          </a:p>
          <a:p>
            <a:pPr lvl="1">
              <a:defRPr sz="1400"/>
            </a:pPr>
            <a:r>
              <a:t>  • OPERATIONS: 5617 staff</a:t>
            </a:r>
          </a:p>
          <a:p>
            <a:pPr lvl="1">
              <a:defRPr sz="1400"/>
            </a:pPr>
            <a:r>
              <a:t>  • Operations: 333 staff</a:t>
            </a:r>
          </a:p>
          <a:p>
            <a:pPr lvl="1">
              <a:defRPr sz="1400"/>
            </a:pPr>
            <a:r>
              <a:t>  • SCD Operations: 116 staff</a:t>
            </a:r>
          </a:p>
          <a:p>
            <a:pPr lvl="1">
              <a:defRPr sz="1400"/>
            </a:pPr>
            <a:r>
              <a:t>  • Shared-Service Division: 109 staff</a:t>
            </a:r>
          </a:p>
          <a:p>
            <a:pPr lvl="1">
              <a:defRPr sz="1400"/>
            </a:pPr>
            <a:r>
              <a:t>  • Human Resources: 88 staff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